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4"/>
    <p:sldMasterId id="2147483715" r:id="rId5"/>
  </p:sldMasterIdLst>
  <p:notesMasterIdLst>
    <p:notesMasterId r:id="rId19"/>
  </p:notesMasterIdLst>
  <p:sldIdLst>
    <p:sldId id="1670" r:id="rId6"/>
    <p:sldId id="1679" r:id="rId7"/>
    <p:sldId id="1680" r:id="rId8"/>
    <p:sldId id="1681" r:id="rId9"/>
    <p:sldId id="1682" r:id="rId10"/>
    <p:sldId id="1695" r:id="rId11"/>
    <p:sldId id="1696" r:id="rId12"/>
    <p:sldId id="1697" r:id="rId13"/>
    <p:sldId id="1699" r:id="rId14"/>
    <p:sldId id="1700" r:id="rId15"/>
    <p:sldId id="1701" r:id="rId16"/>
    <p:sldId id="1702" r:id="rId17"/>
    <p:sldId id="1698" r:id="rId18"/>
  </p:sldIdLst>
  <p:sldSz cx="12192000" cy="6858000"/>
  <p:notesSz cx="6858000" cy="9144000"/>
  <p:custDataLst>
    <p:tags r:id="rId20"/>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B47"/>
    <a:srgbClr val="30E5D0"/>
    <a:srgbClr val="008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77619" autoAdjust="0"/>
  </p:normalViewPr>
  <p:slideViewPr>
    <p:cSldViewPr snapToGrid="0">
      <p:cViewPr varScale="1">
        <p:scale>
          <a:sx n="98" d="100"/>
          <a:sy n="98" d="100"/>
        </p:scale>
        <p:origin x="1656" y="1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42061-5666-4FE0-A4D7-BA9258B106B6}" type="datetimeFigureOut">
              <a:rPr lang="en-US" smtClean="0"/>
              <a:t>1/23/22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2DE32-493B-4797-AE32-069E4744FC89}" type="slidenum">
              <a:rPr lang="en-US" smtClean="0"/>
              <a:t>‹#›</a:t>
            </a:fld>
            <a:endParaRPr lang="en-US"/>
          </a:p>
        </p:txBody>
      </p:sp>
    </p:spTree>
    <p:extLst>
      <p:ext uri="{BB962C8B-B14F-4D97-AF65-F5344CB8AC3E}">
        <p14:creationId xmlns:p14="http://schemas.microsoft.com/office/powerpoint/2010/main" val="129902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2</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5 Minutes - Do Now</a:t>
            </a:r>
          </a:p>
          <a:p>
            <a:r>
              <a:rPr lang="en-US" dirty="0">
                <a:effectLst/>
              </a:rPr>
              <a:t>10 Minutes - Lesson</a:t>
            </a:r>
          </a:p>
          <a:p>
            <a:r>
              <a:rPr lang="en-US" dirty="0">
                <a:effectLst/>
              </a:rPr>
              <a:t>15 Minutes – Lab Part 2 Discussion</a:t>
            </a:r>
          </a:p>
          <a:p>
            <a:r>
              <a:rPr lang="en-US" dirty="0">
                <a:effectLst/>
              </a:rPr>
              <a:t>20 Minutes – Lab Part 2 Discussion</a:t>
            </a:r>
          </a:p>
          <a:p>
            <a:r>
              <a:rPr lang="en-US" dirty="0">
                <a:effectLst/>
              </a:rPr>
              <a:t>5 Minutes - Debrief</a:t>
            </a:r>
          </a:p>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3</a:t>
            </a:fld>
            <a:endParaRPr lang="en-US"/>
          </a:p>
        </p:txBody>
      </p:sp>
    </p:spTree>
    <p:extLst>
      <p:ext uri="{BB962C8B-B14F-4D97-AF65-F5344CB8AC3E}">
        <p14:creationId xmlns:p14="http://schemas.microsoft.com/office/powerpoint/2010/main" val="2901622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4</a:t>
            </a:fld>
            <a:endParaRPr lang="en-US"/>
          </a:p>
        </p:txBody>
      </p:sp>
    </p:spTree>
    <p:extLst>
      <p:ext uri="{BB962C8B-B14F-4D97-AF65-F5344CB8AC3E}">
        <p14:creationId xmlns:p14="http://schemas.microsoft.com/office/powerpoint/2010/main" val="496120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5</a:t>
            </a:fld>
            <a:endParaRPr lang="en-US"/>
          </a:p>
        </p:txBody>
      </p:sp>
    </p:spTree>
    <p:extLst>
      <p:ext uri="{BB962C8B-B14F-4D97-AF65-F5344CB8AC3E}">
        <p14:creationId xmlns:p14="http://schemas.microsoft.com/office/powerpoint/2010/main" val="2051535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3"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75741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2"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6" name="MS logo white - EMF" descr="Microsoft logo white text version">
            <a:extLst>
              <a:ext uri="{FF2B5EF4-FFF2-40B4-BE49-F238E27FC236}">
                <a16:creationId xmlns:a16="http://schemas.microsoft.com/office/drawing/2014/main" id="{3B64A24C-3A11-4298-B36C-D12EFE1A5B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3918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61827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00788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70576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59015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92490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9336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5009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chemeClr val="bg1"/>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chemeClr val="bg1"/>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chemeClr val="bg1"/>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chemeClr val="bg1"/>
                </a:solidFill>
              </a:defRPr>
            </a:lvl1pPr>
          </a:lstStyle>
          <a:p>
            <a:pPr lvl="0"/>
            <a:r>
              <a:rPr lang="en-US" dirty="0"/>
              <a:t>04</a:t>
            </a:r>
          </a:p>
        </p:txBody>
      </p:sp>
      <p:sp>
        <p:nvSpPr>
          <p:cNvPr id="49" name="Text Placeholder 48">
            <a:extLst>
              <a:ext uri="{FF2B5EF4-FFF2-40B4-BE49-F238E27FC236}">
                <a16:creationId xmlns:a16="http://schemas.microsoft.com/office/drawing/2014/main" id="{F1DBD5A6-0F62-4793-B752-F73E2C819E0A}"/>
              </a:ext>
            </a:extLst>
          </p:cNvPr>
          <p:cNvSpPr>
            <a:spLocks noGrp="1"/>
          </p:cNvSpPr>
          <p:nvPr>
            <p:ph type="body" sz="quarter" idx="16" hasCustomPrompt="1"/>
          </p:nvPr>
        </p:nvSpPr>
        <p:spPr>
          <a:xfrm>
            <a:off x="3749675" y="1401762"/>
            <a:ext cx="3413125" cy="5080057"/>
          </a:xfrm>
        </p:spPr>
        <p:txBody>
          <a:bodyPr/>
          <a:lstStyle>
            <a:lvl1pPr marL="0" marR="0" indent="0" algn="l" defTabSz="932472" rtl="0" eaLnBrk="1" fontAlgn="base" latinLnBrk="0" hangingPunct="1">
              <a:lnSpc>
                <a:spcPct val="100000"/>
              </a:lnSpc>
              <a:spcBef>
                <a:spcPts val="1800"/>
              </a:spcBef>
              <a:spcAft>
                <a:spcPct val="0"/>
              </a:spcAft>
              <a:buClrTx/>
              <a:buSzTx/>
              <a:buFontTx/>
              <a:buNone/>
              <a:tabLst/>
              <a:defRPr sz="2000"/>
            </a:lvl1pPr>
            <a:lvl2pPr>
              <a:defRPr sz="2000"/>
            </a:lvl2pPr>
            <a:lvl3pPr>
              <a:defRPr sz="2000"/>
            </a:lvl3pPr>
            <a:lvl4pPr>
              <a:defRPr sz="2000"/>
            </a:lvl4pPr>
            <a:lvl5pPr>
              <a:defRPr sz="2000"/>
            </a:lvl5pPr>
          </a:lstStyle>
          <a:p>
            <a:pPr marL="0" marR="0" lvl="0" indent="0" algn="l" defTabSz="932472" rtl="0" eaLnBrk="1" fontAlgn="base" latinLnBrk="0" hangingPunct="1">
              <a:lnSpc>
                <a:spcPct val="100000"/>
              </a:lnSpc>
              <a:spcBef>
                <a:spcPts val="18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Lorem ipsum dolor sit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amet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consectetuer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adipiscing</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elit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Maecenas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porttitor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congue</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massa</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14697301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58607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1584090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chemeClr val="accent2"/>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solidFill>
            <a:schemeClr val="bg2"/>
          </a:solidFill>
          <a:effectLst>
            <a:outerShdw dist="50800" dir="10800000" algn="r" rotWithShape="0">
              <a:schemeClr val="accent1"/>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solidFill>
            <a:schemeClr val="bg2"/>
          </a:solidFill>
          <a:effectLst>
            <a:outerShdw dist="50800" dir="10800000" algn="r" rotWithShape="0">
              <a:schemeClr val="accent2"/>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solidFill>
            <a:schemeClr val="bg2"/>
          </a:solidFill>
          <a:effectLst>
            <a:outerShdw dist="50800" dir="10800000" algn="r" rotWithShape="0">
              <a:schemeClr val="accent3"/>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solidFill>
            <a:schemeClr val="bg2"/>
          </a:solidFill>
          <a:effectLst>
            <a:outerShdw dist="50800" dir="10800000" algn="r" rotWithShape="0">
              <a:schemeClr val="accent4"/>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solidFill>
            <a:schemeClr val="bg2"/>
          </a:solidFill>
          <a:effectLst>
            <a:outerShdw dist="50800" dir="10800000" algn="r" rotWithShape="0">
              <a:schemeClr val="accent5"/>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Tree>
    <p:extLst>
      <p:ext uri="{BB962C8B-B14F-4D97-AF65-F5344CB8AC3E}">
        <p14:creationId xmlns:p14="http://schemas.microsoft.com/office/powerpoint/2010/main" val="2169794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C8687D-0037-461B-8E4E-8A0992B27DF5}"/>
              </a:ext>
            </a:extLst>
          </p:cNvPr>
          <p:cNvSpPr>
            <a:spLocks noGrp="1"/>
          </p:cNvSpPr>
          <p:nvPr>
            <p:ph type="body" sz="quarter" idx="10"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7" name="Text Placeholder 3">
            <a:extLst>
              <a:ext uri="{FF2B5EF4-FFF2-40B4-BE49-F238E27FC236}">
                <a16:creationId xmlns:a16="http://schemas.microsoft.com/office/drawing/2014/main" id="{C6D0C741-691C-40E8-8A6A-9B4FF3D75FE4}"/>
              </a:ext>
            </a:extLst>
          </p:cNvPr>
          <p:cNvSpPr>
            <a:spLocks noGrp="1"/>
          </p:cNvSpPr>
          <p:nvPr>
            <p:ph type="body" sz="quarter" idx="11"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8" name="Text Placeholder 3">
            <a:extLst>
              <a:ext uri="{FF2B5EF4-FFF2-40B4-BE49-F238E27FC236}">
                <a16:creationId xmlns:a16="http://schemas.microsoft.com/office/drawing/2014/main" id="{CC5CA83C-A53A-4CDA-B811-309C91C5B672}"/>
              </a:ext>
            </a:extLst>
          </p:cNvPr>
          <p:cNvSpPr>
            <a:spLocks noGrp="1"/>
          </p:cNvSpPr>
          <p:nvPr>
            <p:ph type="body" sz="quarter" idx="12"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9" name="Text Placeholder 3">
            <a:extLst>
              <a:ext uri="{FF2B5EF4-FFF2-40B4-BE49-F238E27FC236}">
                <a16:creationId xmlns:a16="http://schemas.microsoft.com/office/drawing/2014/main" id="{28D81D30-3DA5-4429-BCE4-70B07F9EA2E7}"/>
              </a:ext>
            </a:extLst>
          </p:cNvPr>
          <p:cNvSpPr>
            <a:spLocks noGrp="1"/>
          </p:cNvSpPr>
          <p:nvPr>
            <p:ph type="body" sz="quarter" idx="13"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299331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27616118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015516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6" name="Text Placeholder 5">
            <a:extLst>
              <a:ext uri="{FF2B5EF4-FFF2-40B4-BE49-F238E27FC236}">
                <a16:creationId xmlns:a16="http://schemas.microsoft.com/office/drawing/2014/main" id="{E0BD6C8F-CFF8-4B2D-9811-9A14B52F94D5}"/>
              </a:ext>
            </a:extLst>
          </p:cNvPr>
          <p:cNvSpPr>
            <a:spLocks noGrp="1"/>
          </p:cNvSpPr>
          <p:nvPr>
            <p:ph type="body" sz="quarter" idx="16" hasCustomPrompt="1"/>
          </p:nvPr>
        </p:nvSpPr>
        <p:spPr>
          <a:xfrm>
            <a:off x="588263" y="1333500"/>
            <a:ext cx="5657850" cy="5155257"/>
          </a:xfrm>
        </p:spPr>
        <p:txBody>
          <a:bodyPr/>
          <a:lstStyle>
            <a:lvl1pPr marL="173038" marR="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kumimoji="0" lang="en-IN" sz="1600" b="0" i="0" u="none" strike="noStrike" kern="1200" cap="none" spc="0" normalizeH="0" baseline="0" noProof="0">
                <a:ln>
                  <a:noFill/>
                </a:ln>
                <a:solidFill>
                  <a:srgbClr val="000000"/>
                </a:solidFill>
                <a:effectLst/>
                <a:uLnTx/>
                <a:uFillTx/>
              </a:defRPr>
            </a:lvl1pPr>
            <a:lvl2pPr marL="168275" indent="-168275">
              <a:spcBef>
                <a:spcPts val="300"/>
              </a:spcBef>
              <a:spcAft>
                <a:spcPts val="600"/>
              </a:spcAft>
              <a:defRPr sz="1600"/>
            </a:lvl2pPr>
            <a:lvl3pPr marL="168275" indent="-168275">
              <a:spcBef>
                <a:spcPts val="300"/>
              </a:spcBef>
              <a:spcAft>
                <a:spcPts val="600"/>
              </a:spcAft>
              <a:defRPr sz="1600"/>
            </a:lvl3pPr>
            <a:lvl4pPr marL="168275" indent="-168275">
              <a:spcBef>
                <a:spcPts val="300"/>
              </a:spcBef>
              <a:spcAft>
                <a:spcPts val="600"/>
              </a:spcAft>
              <a:defRPr sz="1600"/>
            </a:lvl4pPr>
            <a:lvl5pPr marL="0" indent="0">
              <a:spcBef>
                <a:spcPts val="300"/>
              </a:spcBef>
              <a:spcAft>
                <a:spcPts val="600"/>
              </a:spcAft>
              <a:buNone/>
              <a:defRPr sz="16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IN" sz="2400" b="0" i="0" u="none" strike="noStrike" kern="1200" cap="none" spc="0" normalizeH="0" baseline="0" noProof="0" dirty="0">
                <a:ln>
                  <a:noFill/>
                </a:ln>
                <a:solidFill>
                  <a:srgbClr val="008575"/>
                </a:solidFill>
                <a:effectLst/>
                <a:uLnTx/>
                <a:uFillTx/>
                <a:latin typeface="Segoe UI Semibold"/>
                <a:ea typeface="+mn-ea"/>
                <a:cs typeface="+mn-cs"/>
              </a:rPr>
              <a:t>Lorem ipsum</a:t>
            </a:r>
            <a:endParaRPr lang="en-US" dirty="0"/>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endParaRPr lang="en-US" dirty="0"/>
          </a:p>
        </p:txBody>
      </p:sp>
    </p:spTree>
    <p:extLst>
      <p:ext uri="{BB962C8B-B14F-4D97-AF65-F5344CB8AC3E}">
        <p14:creationId xmlns:p14="http://schemas.microsoft.com/office/powerpoint/2010/main" val="7959142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933148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3C03664C-8731-4E38-92A9-09532E738947}"/>
              </a:ext>
            </a:extLst>
          </p:cNvPr>
          <p:cNvSpPr>
            <a:spLocks noGrp="1"/>
          </p:cNvSpPr>
          <p:nvPr>
            <p:ph type="body" sz="quarter" idx="20" hasCustomPrompt="1"/>
          </p:nvPr>
        </p:nvSpPr>
        <p:spPr>
          <a:xfrm>
            <a:off x="780062"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8" name="Text Placeholder 4">
            <a:extLst>
              <a:ext uri="{FF2B5EF4-FFF2-40B4-BE49-F238E27FC236}">
                <a16:creationId xmlns:a16="http://schemas.microsoft.com/office/drawing/2014/main" id="{82C9E126-8907-4D01-AFBA-8B32705B35C5}"/>
              </a:ext>
            </a:extLst>
          </p:cNvPr>
          <p:cNvSpPr>
            <a:spLocks noGrp="1"/>
          </p:cNvSpPr>
          <p:nvPr>
            <p:ph type="body" sz="quarter" idx="22" hasCustomPrompt="1"/>
          </p:nvPr>
        </p:nvSpPr>
        <p:spPr>
          <a:xfrm>
            <a:off x="3032566"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4" name="Text Placeholder 4">
            <a:extLst>
              <a:ext uri="{FF2B5EF4-FFF2-40B4-BE49-F238E27FC236}">
                <a16:creationId xmlns:a16="http://schemas.microsoft.com/office/drawing/2014/main" id="{73BEA7CC-D041-4BAE-968A-C88438270D27}"/>
              </a:ext>
            </a:extLst>
          </p:cNvPr>
          <p:cNvSpPr>
            <a:spLocks noGrp="1"/>
          </p:cNvSpPr>
          <p:nvPr>
            <p:ph type="body" sz="quarter" idx="24" hasCustomPrompt="1"/>
          </p:nvPr>
        </p:nvSpPr>
        <p:spPr>
          <a:xfrm>
            <a:off x="5285070"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0" name="Text Placeholder 4">
            <a:extLst>
              <a:ext uri="{FF2B5EF4-FFF2-40B4-BE49-F238E27FC236}">
                <a16:creationId xmlns:a16="http://schemas.microsoft.com/office/drawing/2014/main" id="{D3CF6030-3571-489B-B4C5-327CDC3F9812}"/>
              </a:ext>
            </a:extLst>
          </p:cNvPr>
          <p:cNvSpPr>
            <a:spLocks noGrp="1"/>
          </p:cNvSpPr>
          <p:nvPr>
            <p:ph type="body" sz="quarter" idx="26" hasCustomPrompt="1"/>
          </p:nvPr>
        </p:nvSpPr>
        <p:spPr>
          <a:xfrm>
            <a:off x="7537574"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6" name="Text Placeholder 4">
            <a:extLst>
              <a:ext uri="{FF2B5EF4-FFF2-40B4-BE49-F238E27FC236}">
                <a16:creationId xmlns:a16="http://schemas.microsoft.com/office/drawing/2014/main" id="{07D73DA4-E4BD-4FD3-8EDA-B8AF9E18EF85}"/>
              </a:ext>
            </a:extLst>
          </p:cNvPr>
          <p:cNvSpPr>
            <a:spLocks noGrp="1"/>
          </p:cNvSpPr>
          <p:nvPr>
            <p:ph type="body" sz="quarter" idx="28" hasCustomPrompt="1"/>
          </p:nvPr>
        </p:nvSpPr>
        <p:spPr>
          <a:xfrm>
            <a:off x="9790079"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1921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3829757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2870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76829391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1820620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15738731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6851226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6781184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358233420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6795559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4342326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979233928"/>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69739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687177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21656985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158224981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6605383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88380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3698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ank you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821489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007944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142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bg1"/>
              </a:solidFill>
              <a:latin typeface="+mj-lt"/>
              <a:ea typeface="Segoe UI" pitchFamily="34" charset="0"/>
              <a:cs typeface="Segoe UI" pitchFamily="34" charset="0"/>
            </a:endParaRPr>
          </a:p>
        </p:txBody>
      </p:sp>
      <p:sp>
        <p:nvSpPr>
          <p:cNvPr id="20" name="Text Placeholder 19">
            <a:extLst>
              <a:ext uri="{FF2B5EF4-FFF2-40B4-BE49-F238E27FC236}">
                <a16:creationId xmlns:a16="http://schemas.microsoft.com/office/drawing/2014/main" id="{3F8A0129-6914-4A8D-BBF6-EE04240EB0A0}"/>
              </a:ext>
            </a:extLst>
          </p:cNvPr>
          <p:cNvSpPr>
            <a:spLocks noGrp="1"/>
          </p:cNvSpPr>
          <p:nvPr>
            <p:ph type="body" sz="quarter" idx="10" hasCustomPrompt="1"/>
          </p:nvPr>
        </p:nvSpPr>
        <p:spPr>
          <a:xfrm>
            <a:off x="3597275" y="123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1" name="Text Placeholder 19">
            <a:extLst>
              <a:ext uri="{FF2B5EF4-FFF2-40B4-BE49-F238E27FC236}">
                <a16:creationId xmlns:a16="http://schemas.microsoft.com/office/drawing/2014/main" id="{8E16B3EE-02B9-4AD2-A4CF-2C92DF6A541D}"/>
              </a:ext>
            </a:extLst>
          </p:cNvPr>
          <p:cNvSpPr>
            <a:spLocks noGrp="1"/>
          </p:cNvSpPr>
          <p:nvPr>
            <p:ph type="body" sz="quarter" idx="11" hasCustomPrompt="1"/>
          </p:nvPr>
        </p:nvSpPr>
        <p:spPr>
          <a:xfrm>
            <a:off x="4465716" y="243530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2" name="Text Placeholder 19">
            <a:extLst>
              <a:ext uri="{FF2B5EF4-FFF2-40B4-BE49-F238E27FC236}">
                <a16:creationId xmlns:a16="http://schemas.microsoft.com/office/drawing/2014/main" id="{C3C1BCC2-9583-49A2-89B2-75C80AFDFE89}"/>
              </a:ext>
            </a:extLst>
          </p:cNvPr>
          <p:cNvSpPr>
            <a:spLocks noGrp="1"/>
          </p:cNvSpPr>
          <p:nvPr>
            <p:ph type="body" sz="quarter" idx="12" hasCustomPrompt="1"/>
          </p:nvPr>
        </p:nvSpPr>
        <p:spPr>
          <a:xfrm>
            <a:off x="4465716" y="385262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3" name="Text Placeholder 19">
            <a:extLst>
              <a:ext uri="{FF2B5EF4-FFF2-40B4-BE49-F238E27FC236}">
                <a16:creationId xmlns:a16="http://schemas.microsoft.com/office/drawing/2014/main" id="{34F2EB63-40C2-4690-8787-579A7DE47872}"/>
              </a:ext>
            </a:extLst>
          </p:cNvPr>
          <p:cNvSpPr>
            <a:spLocks noGrp="1"/>
          </p:cNvSpPr>
          <p:nvPr>
            <p:ph type="body" sz="quarter" idx="13" hasCustomPrompt="1"/>
          </p:nvPr>
        </p:nvSpPr>
        <p:spPr>
          <a:xfrm>
            <a:off x="3597275" y="504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290826"/>
            <a:ext cx="3348038" cy="163753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39" name="Rectangle 38">
            <a:extLst>
              <a:ext uri="{FF2B5EF4-FFF2-40B4-BE49-F238E27FC236}">
                <a16:creationId xmlns:a16="http://schemas.microsoft.com/office/drawing/2014/main" id="{FD913F0C-084D-444D-B3E7-C4C1668940C7}"/>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3DFC9F5E-B83C-4226-9C95-770E7B64B191}"/>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EEEFEC6-C242-483E-BD45-C2FF105EDEDD}"/>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C4F41D6D-8494-4642-8E82-43CF48F67FA5}"/>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792576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yout_9">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bg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893691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_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5740216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bg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661635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2035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556993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4152221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2217229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Icon libr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63546" y="425183"/>
            <a:ext cx="5288906" cy="120674"/>
          </a:xfrm>
        </p:spPr>
        <p:txBody>
          <a:bodyPr wrap="square" lIns="0" tIns="0" rIns="0" bIns="0" anchor="ctr">
            <a:spAutoFit/>
          </a:bodyPr>
          <a:lstStyle>
            <a:lvl1pPr>
              <a:defRPr sz="784" spc="0">
                <a:gradFill>
                  <a:gsLst>
                    <a:gs pos="0">
                      <a:schemeClr val="tx1">
                        <a:lumMod val="60000"/>
                        <a:lumOff val="40000"/>
                      </a:schemeClr>
                    </a:gs>
                    <a:gs pos="100000">
                      <a:schemeClr val="tx1">
                        <a:lumMod val="60000"/>
                        <a:lumOff val="40000"/>
                      </a:schemeClr>
                    </a:gs>
                  </a:gsLst>
                  <a:lin ang="5400000" scaled="0"/>
                </a:gradFill>
                <a:latin typeface="Segoe UI Semibold" panose="020B0702040204020203" pitchFamily="34" charset="0"/>
                <a:cs typeface="Segoe UI Semibold" panose="020B0702040204020203" pitchFamily="34" charset="0"/>
              </a:defRPr>
            </a:lvl1pPr>
          </a:lstStyle>
          <a:p>
            <a:r>
              <a:rPr lang="en-US" dirty="0"/>
              <a:t>Section title</a:t>
            </a:r>
          </a:p>
        </p:txBody>
      </p:sp>
      <p:sp>
        <p:nvSpPr>
          <p:cNvPr id="3" name="TextBox 2"/>
          <p:cNvSpPr txBox="1"/>
          <p:nvPr/>
        </p:nvSpPr>
        <p:spPr>
          <a:xfrm>
            <a:off x="445198" y="431201"/>
            <a:ext cx="2065142" cy="108637"/>
          </a:xfrm>
          <a:prstGeom prst="rect">
            <a:avLst/>
          </a:prstGeom>
        </p:spPr>
        <p:txBody>
          <a:bodyPr vert="horz" wrap="square" lIns="0" tIns="0" rIns="0" bIns="0" rtlCol="0" anchor="ctr">
            <a:spAutoFit/>
          </a:bodyPr>
          <a:lstStyle>
            <a:lvl1pPr algn="l" defTabSz="932742" eaLnBrk="1" latinLnBrk="0" hangingPunct="1">
              <a:lnSpc>
                <a:spcPct val="90000"/>
              </a:lnSpc>
              <a:spcBef>
                <a:spcPct val="0"/>
              </a:spcBef>
              <a:buNone/>
              <a:defRPr lang="en-US" sz="1000" b="0" cap="none" spc="0" baseline="0" dirty="0" smtClean="0">
                <a:ln w="3175">
                  <a:noFill/>
                </a:ln>
                <a:gradFill>
                  <a:gsLst>
                    <a:gs pos="0">
                      <a:schemeClr val="tx1">
                        <a:lumMod val="60000"/>
                        <a:lumOff val="40000"/>
                      </a:schemeClr>
                    </a:gs>
                    <a:gs pos="100000">
                      <a:schemeClr val="tx1">
                        <a:lumMod val="60000"/>
                        <a:lumOff val="40000"/>
                      </a:schemeClr>
                    </a:gs>
                  </a:gsLst>
                  <a:lin ang="5400000" scaled="0"/>
                </a:gradFill>
                <a:effectLst/>
                <a:cs typeface="Segoe UI" pitchFamily="34" charset="0"/>
              </a:defRPr>
            </a:lvl1pPr>
          </a:lstStyle>
          <a:p>
            <a:pPr lvl="0"/>
            <a:r>
              <a:rPr lang="en-US" sz="784" dirty="0">
                <a:latin typeface="Segoe UI Semibold" panose="020B0702040204020203" pitchFamily="34" charset="0"/>
                <a:cs typeface="Segoe UI Semibold" panose="020B0702040204020203" pitchFamily="34" charset="0"/>
              </a:rPr>
              <a:t>Monoline icons </a:t>
            </a:r>
            <a:r>
              <a:rPr lang="en-US" sz="784" b="0" kern="1200" cap="none" spc="0" baseline="0" dirty="0">
                <a:ln w="3175">
                  <a:noFill/>
                </a:ln>
                <a:gradFill>
                  <a:gsLst>
                    <a:gs pos="0">
                      <a:schemeClr val="tx1">
                        <a:lumMod val="60000"/>
                        <a:lumOff val="40000"/>
                      </a:schemeClr>
                    </a:gs>
                    <a:gs pos="100000">
                      <a:schemeClr val="tx1">
                        <a:lumMod val="60000"/>
                        <a:lumOff val="40000"/>
                      </a:schemeClr>
                    </a:gs>
                  </a:gsLst>
                  <a:lin ang="5400000" scaled="0"/>
                </a:gradFill>
                <a:effectLst/>
                <a:latin typeface="+mn-lt"/>
                <a:ea typeface="+mn-ea"/>
                <a:cs typeface="Segoe UI Semibold" panose="020B0702040204020203" pitchFamily="34" charset="0"/>
              </a:rPr>
              <a:t>/ PowerPoint</a:t>
            </a:r>
            <a:endParaRPr lang="en-US" sz="784" dirty="0">
              <a:latin typeface="+mn-lt"/>
              <a:cs typeface="Segoe UI Semibold" panose="020B0702040204020203" pitchFamily="34" charset="0"/>
            </a:endParaRPr>
          </a:p>
        </p:txBody>
      </p:sp>
      <p:grpSp>
        <p:nvGrpSpPr>
          <p:cNvPr id="4" name="Group 3"/>
          <p:cNvGrpSpPr>
            <a:grpSpLocks noChangeAspect="1"/>
          </p:cNvGrpSpPr>
          <p:nvPr/>
        </p:nvGrpSpPr>
        <p:grpSpPr>
          <a:xfrm>
            <a:off x="11023167" y="412549"/>
            <a:ext cx="719065" cy="153377"/>
            <a:chOff x="4846638" y="3441700"/>
            <a:chExt cx="5910262" cy="1260475"/>
          </a:xfrm>
        </p:grpSpPr>
        <p:sp>
          <p:nvSpPr>
            <p:cNvPr id="5" name="Freeform 27"/>
            <p:cNvSpPr>
              <a:spLocks noEditPoints="1"/>
            </p:cNvSpPr>
            <p:nvPr/>
          </p:nvSpPr>
          <p:spPr bwMode="auto">
            <a:xfrm>
              <a:off x="6484938" y="3636963"/>
              <a:ext cx="4271962" cy="823913"/>
            </a:xfrm>
            <a:custGeom>
              <a:avLst/>
              <a:gdLst>
                <a:gd name="T0" fmla="*/ 218 w 1139"/>
                <a:gd name="T1" fmla="*/ 217 h 220"/>
                <a:gd name="T2" fmla="*/ 170 w 1139"/>
                <a:gd name="T3" fmla="*/ 15 h 220"/>
                <a:gd name="T4" fmla="*/ 0 w 1139"/>
                <a:gd name="T5" fmla="*/ 15 h 220"/>
                <a:gd name="T6" fmla="*/ 33 w 1139"/>
                <a:gd name="T7" fmla="*/ 62 h 220"/>
                <a:gd name="T8" fmla="*/ 121 w 1139"/>
                <a:gd name="T9" fmla="*/ 217 h 220"/>
                <a:gd name="T10" fmla="*/ 268 w 1139"/>
                <a:gd name="T11" fmla="*/ 11 h 220"/>
                <a:gd name="T12" fmla="*/ 254 w 1139"/>
                <a:gd name="T13" fmla="*/ 44 h 220"/>
                <a:gd name="T14" fmla="*/ 289 w 1139"/>
                <a:gd name="T15" fmla="*/ 31 h 220"/>
                <a:gd name="T16" fmla="*/ 285 w 1139"/>
                <a:gd name="T17" fmla="*/ 72 h 220"/>
                <a:gd name="T18" fmla="*/ 285 w 1139"/>
                <a:gd name="T19" fmla="*/ 217 h 220"/>
                <a:gd name="T20" fmla="*/ 345 w 1139"/>
                <a:gd name="T21" fmla="*/ 79 h 220"/>
                <a:gd name="T22" fmla="*/ 318 w 1139"/>
                <a:gd name="T23" fmla="*/ 185 h 220"/>
                <a:gd name="T24" fmla="*/ 421 w 1139"/>
                <a:gd name="T25" fmla="*/ 211 h 220"/>
                <a:gd name="T26" fmla="*/ 420 w 1139"/>
                <a:gd name="T27" fmla="*/ 180 h 220"/>
                <a:gd name="T28" fmla="*/ 356 w 1139"/>
                <a:gd name="T29" fmla="*/ 180 h 220"/>
                <a:gd name="T30" fmla="*/ 388 w 1139"/>
                <a:gd name="T31" fmla="*/ 97 h 220"/>
                <a:gd name="T32" fmla="*/ 422 w 1139"/>
                <a:gd name="T33" fmla="*/ 76 h 220"/>
                <a:gd name="T34" fmla="*/ 386 w 1139"/>
                <a:gd name="T35" fmla="*/ 69 h 220"/>
                <a:gd name="T36" fmla="*/ 447 w 1139"/>
                <a:gd name="T37" fmla="*/ 72 h 220"/>
                <a:gd name="T38" fmla="*/ 481 w 1139"/>
                <a:gd name="T39" fmla="*/ 143 h 220"/>
                <a:gd name="T40" fmla="*/ 522 w 1139"/>
                <a:gd name="T41" fmla="*/ 102 h 220"/>
                <a:gd name="T42" fmla="*/ 531 w 1139"/>
                <a:gd name="T43" fmla="*/ 72 h 220"/>
                <a:gd name="T44" fmla="*/ 517 w 1139"/>
                <a:gd name="T45" fmla="*/ 70 h 220"/>
                <a:gd name="T46" fmla="*/ 481 w 1139"/>
                <a:gd name="T47" fmla="*/ 97 h 220"/>
                <a:gd name="T48" fmla="*/ 534 w 1139"/>
                <a:gd name="T49" fmla="*/ 146 h 220"/>
                <a:gd name="T50" fmla="*/ 662 w 1139"/>
                <a:gd name="T51" fmla="*/ 199 h 220"/>
                <a:gd name="T52" fmla="*/ 610 w 1139"/>
                <a:gd name="T53" fmla="*/ 69 h 220"/>
                <a:gd name="T54" fmla="*/ 569 w 1139"/>
                <a:gd name="T55" fmla="*/ 145 h 220"/>
                <a:gd name="T56" fmla="*/ 636 w 1139"/>
                <a:gd name="T57" fmla="*/ 109 h 220"/>
                <a:gd name="T58" fmla="*/ 609 w 1139"/>
                <a:gd name="T59" fmla="*/ 192 h 220"/>
                <a:gd name="T60" fmla="*/ 698 w 1139"/>
                <a:gd name="T61" fmla="*/ 113 h 220"/>
                <a:gd name="T62" fmla="*/ 733 w 1139"/>
                <a:gd name="T63" fmla="*/ 156 h 220"/>
                <a:gd name="T64" fmla="*/ 760 w 1139"/>
                <a:gd name="T65" fmla="*/ 179 h 220"/>
                <a:gd name="T66" fmla="*/ 700 w 1139"/>
                <a:gd name="T67" fmla="*/ 180 h 220"/>
                <a:gd name="T68" fmla="*/ 699 w 1139"/>
                <a:gd name="T69" fmla="*/ 212 h 220"/>
                <a:gd name="T70" fmla="*/ 779 w 1139"/>
                <a:gd name="T71" fmla="*/ 208 h 220"/>
                <a:gd name="T72" fmla="*/ 757 w 1139"/>
                <a:gd name="T73" fmla="*/ 132 h 220"/>
                <a:gd name="T74" fmla="*/ 738 w 1139"/>
                <a:gd name="T75" fmla="*/ 100 h 220"/>
                <a:gd name="T76" fmla="*/ 785 w 1139"/>
                <a:gd name="T77" fmla="*/ 105 h 220"/>
                <a:gd name="T78" fmla="*/ 786 w 1139"/>
                <a:gd name="T79" fmla="*/ 75 h 220"/>
                <a:gd name="T80" fmla="*/ 886 w 1139"/>
                <a:gd name="T81" fmla="*/ 69 h 220"/>
                <a:gd name="T82" fmla="*/ 829 w 1139"/>
                <a:gd name="T83" fmla="*/ 200 h 220"/>
                <a:gd name="T84" fmla="*/ 958 w 1139"/>
                <a:gd name="T85" fmla="*/ 143 h 220"/>
                <a:gd name="T86" fmla="*/ 884 w 1139"/>
                <a:gd name="T87" fmla="*/ 192 h 220"/>
                <a:gd name="T88" fmla="*/ 855 w 1139"/>
                <a:gd name="T89" fmla="*/ 109 h 220"/>
                <a:gd name="T90" fmla="*/ 922 w 1139"/>
                <a:gd name="T91" fmla="*/ 144 h 220"/>
                <a:gd name="T92" fmla="*/ 1104 w 1139"/>
                <a:gd name="T93" fmla="*/ 100 h 220"/>
                <a:gd name="T94" fmla="*/ 1124 w 1139"/>
                <a:gd name="T95" fmla="*/ 192 h 220"/>
                <a:gd name="T96" fmla="*/ 1139 w 1139"/>
                <a:gd name="T97" fmla="*/ 187 h 220"/>
                <a:gd name="T98" fmla="*/ 1128 w 1139"/>
                <a:gd name="T99" fmla="*/ 219 h 220"/>
                <a:gd name="T100" fmla="*/ 1070 w 1139"/>
                <a:gd name="T101" fmla="*/ 100 h 220"/>
                <a:gd name="T102" fmla="*/ 985 w 1139"/>
                <a:gd name="T103" fmla="*/ 217 h 220"/>
                <a:gd name="T104" fmla="*/ 961 w 1139"/>
                <a:gd name="T105" fmla="*/ 72 h 220"/>
                <a:gd name="T106" fmla="*/ 991 w 1139"/>
                <a:gd name="T107" fmla="*/ 25 h 220"/>
                <a:gd name="T108" fmla="*/ 1056 w 1139"/>
                <a:gd name="T109" fmla="*/ 3 h 220"/>
                <a:gd name="T110" fmla="*/ 1056 w 1139"/>
                <a:gd name="T111" fmla="*/ 32 h 220"/>
                <a:gd name="T112" fmla="*/ 1019 w 1139"/>
                <a:gd name="T113" fmla="*/ 54 h 220"/>
                <a:gd name="T114" fmla="*/ 1070 w 1139"/>
                <a:gd name="T115" fmla="*/ 40 h 220"/>
                <a:gd name="T116" fmla="*/ 1104 w 1139"/>
                <a:gd name="T117" fmla="*/ 29 h 220"/>
                <a:gd name="T118" fmla="*/ 1139 w 1139"/>
                <a:gd name="T119" fmla="*/ 10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220">
                  <a:moveTo>
                    <a:pt x="184" y="62"/>
                  </a:moveTo>
                  <a:cubicBezTo>
                    <a:pt x="184" y="217"/>
                    <a:pt x="184" y="217"/>
                    <a:pt x="184" y="217"/>
                  </a:cubicBezTo>
                  <a:cubicBezTo>
                    <a:pt x="218" y="217"/>
                    <a:pt x="218" y="217"/>
                    <a:pt x="218" y="217"/>
                  </a:cubicBezTo>
                  <a:cubicBezTo>
                    <a:pt x="218" y="15"/>
                    <a:pt x="218" y="15"/>
                    <a:pt x="218" y="15"/>
                  </a:cubicBezTo>
                  <a:cubicBezTo>
                    <a:pt x="218" y="15"/>
                    <a:pt x="218" y="15"/>
                    <a:pt x="218" y="15"/>
                  </a:cubicBezTo>
                  <a:cubicBezTo>
                    <a:pt x="170" y="15"/>
                    <a:pt x="170" y="15"/>
                    <a:pt x="170" y="15"/>
                  </a:cubicBezTo>
                  <a:cubicBezTo>
                    <a:pt x="109" y="165"/>
                    <a:pt x="109" y="165"/>
                    <a:pt x="109" y="165"/>
                  </a:cubicBezTo>
                  <a:cubicBezTo>
                    <a:pt x="50" y="15"/>
                    <a:pt x="50" y="15"/>
                    <a:pt x="50" y="15"/>
                  </a:cubicBezTo>
                  <a:cubicBezTo>
                    <a:pt x="0" y="15"/>
                    <a:pt x="0" y="15"/>
                    <a:pt x="0" y="15"/>
                  </a:cubicBezTo>
                  <a:cubicBezTo>
                    <a:pt x="0" y="217"/>
                    <a:pt x="0" y="217"/>
                    <a:pt x="0" y="217"/>
                  </a:cubicBezTo>
                  <a:cubicBezTo>
                    <a:pt x="33" y="217"/>
                    <a:pt x="33" y="217"/>
                    <a:pt x="33" y="217"/>
                  </a:cubicBezTo>
                  <a:cubicBezTo>
                    <a:pt x="33" y="62"/>
                    <a:pt x="33" y="62"/>
                    <a:pt x="33" y="62"/>
                  </a:cubicBezTo>
                  <a:cubicBezTo>
                    <a:pt x="34" y="62"/>
                    <a:pt x="34" y="62"/>
                    <a:pt x="34" y="62"/>
                  </a:cubicBezTo>
                  <a:cubicBezTo>
                    <a:pt x="96" y="217"/>
                    <a:pt x="96" y="217"/>
                    <a:pt x="96" y="217"/>
                  </a:cubicBezTo>
                  <a:cubicBezTo>
                    <a:pt x="121" y="217"/>
                    <a:pt x="121" y="217"/>
                    <a:pt x="121" y="217"/>
                  </a:cubicBezTo>
                  <a:cubicBezTo>
                    <a:pt x="183" y="62"/>
                    <a:pt x="183" y="62"/>
                    <a:pt x="183" y="62"/>
                  </a:cubicBezTo>
                  <a:lnTo>
                    <a:pt x="184" y="62"/>
                  </a:lnTo>
                  <a:close/>
                  <a:moveTo>
                    <a:pt x="268" y="11"/>
                  </a:moveTo>
                  <a:cubicBezTo>
                    <a:pt x="263" y="11"/>
                    <a:pt x="258" y="13"/>
                    <a:pt x="254" y="16"/>
                  </a:cubicBezTo>
                  <a:cubicBezTo>
                    <a:pt x="250" y="20"/>
                    <a:pt x="248" y="25"/>
                    <a:pt x="248" y="31"/>
                  </a:cubicBezTo>
                  <a:cubicBezTo>
                    <a:pt x="248" y="36"/>
                    <a:pt x="250" y="41"/>
                    <a:pt x="254" y="44"/>
                  </a:cubicBezTo>
                  <a:cubicBezTo>
                    <a:pt x="258" y="48"/>
                    <a:pt x="263" y="50"/>
                    <a:pt x="268" y="50"/>
                  </a:cubicBezTo>
                  <a:cubicBezTo>
                    <a:pt x="274" y="50"/>
                    <a:pt x="279" y="48"/>
                    <a:pt x="283" y="44"/>
                  </a:cubicBezTo>
                  <a:cubicBezTo>
                    <a:pt x="287" y="41"/>
                    <a:pt x="289" y="36"/>
                    <a:pt x="289" y="31"/>
                  </a:cubicBezTo>
                  <a:cubicBezTo>
                    <a:pt x="289" y="25"/>
                    <a:pt x="287" y="20"/>
                    <a:pt x="283" y="17"/>
                  </a:cubicBezTo>
                  <a:cubicBezTo>
                    <a:pt x="279" y="13"/>
                    <a:pt x="274" y="11"/>
                    <a:pt x="268" y="11"/>
                  </a:cubicBezTo>
                  <a:close/>
                  <a:moveTo>
                    <a:pt x="285" y="72"/>
                  </a:moveTo>
                  <a:cubicBezTo>
                    <a:pt x="251" y="72"/>
                    <a:pt x="251" y="72"/>
                    <a:pt x="251" y="72"/>
                  </a:cubicBezTo>
                  <a:cubicBezTo>
                    <a:pt x="251" y="217"/>
                    <a:pt x="251" y="217"/>
                    <a:pt x="251" y="217"/>
                  </a:cubicBezTo>
                  <a:cubicBezTo>
                    <a:pt x="285" y="217"/>
                    <a:pt x="285" y="217"/>
                    <a:pt x="285" y="217"/>
                  </a:cubicBezTo>
                  <a:cubicBezTo>
                    <a:pt x="285" y="72"/>
                    <a:pt x="285" y="72"/>
                    <a:pt x="285" y="72"/>
                  </a:cubicBezTo>
                  <a:close/>
                  <a:moveTo>
                    <a:pt x="386" y="69"/>
                  </a:moveTo>
                  <a:cubicBezTo>
                    <a:pt x="371" y="69"/>
                    <a:pt x="357" y="72"/>
                    <a:pt x="345" y="79"/>
                  </a:cubicBezTo>
                  <a:cubicBezTo>
                    <a:pt x="333" y="85"/>
                    <a:pt x="324" y="95"/>
                    <a:pt x="318" y="107"/>
                  </a:cubicBezTo>
                  <a:cubicBezTo>
                    <a:pt x="312" y="119"/>
                    <a:pt x="309" y="133"/>
                    <a:pt x="309" y="148"/>
                  </a:cubicBezTo>
                  <a:cubicBezTo>
                    <a:pt x="309" y="162"/>
                    <a:pt x="312" y="174"/>
                    <a:pt x="318" y="185"/>
                  </a:cubicBezTo>
                  <a:cubicBezTo>
                    <a:pt x="324" y="196"/>
                    <a:pt x="332" y="205"/>
                    <a:pt x="343" y="211"/>
                  </a:cubicBezTo>
                  <a:cubicBezTo>
                    <a:pt x="354" y="217"/>
                    <a:pt x="366" y="220"/>
                    <a:pt x="380" y="220"/>
                  </a:cubicBezTo>
                  <a:cubicBezTo>
                    <a:pt x="396" y="220"/>
                    <a:pt x="410" y="217"/>
                    <a:pt x="421" y="211"/>
                  </a:cubicBezTo>
                  <a:cubicBezTo>
                    <a:pt x="422" y="210"/>
                    <a:pt x="422" y="210"/>
                    <a:pt x="422" y="210"/>
                  </a:cubicBezTo>
                  <a:cubicBezTo>
                    <a:pt x="422" y="179"/>
                    <a:pt x="422" y="179"/>
                    <a:pt x="422" y="179"/>
                  </a:cubicBezTo>
                  <a:cubicBezTo>
                    <a:pt x="420" y="180"/>
                    <a:pt x="420" y="180"/>
                    <a:pt x="420" y="180"/>
                  </a:cubicBezTo>
                  <a:cubicBezTo>
                    <a:pt x="415" y="184"/>
                    <a:pt x="410" y="187"/>
                    <a:pt x="404" y="189"/>
                  </a:cubicBezTo>
                  <a:cubicBezTo>
                    <a:pt x="398" y="191"/>
                    <a:pt x="392" y="192"/>
                    <a:pt x="387" y="192"/>
                  </a:cubicBezTo>
                  <a:cubicBezTo>
                    <a:pt x="374" y="192"/>
                    <a:pt x="363" y="188"/>
                    <a:pt x="356" y="180"/>
                  </a:cubicBezTo>
                  <a:cubicBezTo>
                    <a:pt x="348" y="171"/>
                    <a:pt x="344" y="160"/>
                    <a:pt x="344" y="145"/>
                  </a:cubicBezTo>
                  <a:cubicBezTo>
                    <a:pt x="344" y="131"/>
                    <a:pt x="348" y="119"/>
                    <a:pt x="356" y="110"/>
                  </a:cubicBezTo>
                  <a:cubicBezTo>
                    <a:pt x="364" y="101"/>
                    <a:pt x="375" y="97"/>
                    <a:pt x="388" y="97"/>
                  </a:cubicBezTo>
                  <a:cubicBezTo>
                    <a:pt x="399" y="97"/>
                    <a:pt x="410" y="101"/>
                    <a:pt x="420" y="108"/>
                  </a:cubicBezTo>
                  <a:cubicBezTo>
                    <a:pt x="422" y="109"/>
                    <a:pt x="422" y="109"/>
                    <a:pt x="422" y="109"/>
                  </a:cubicBezTo>
                  <a:cubicBezTo>
                    <a:pt x="422" y="76"/>
                    <a:pt x="422" y="76"/>
                    <a:pt x="422" y="76"/>
                  </a:cubicBezTo>
                  <a:cubicBezTo>
                    <a:pt x="421" y="76"/>
                    <a:pt x="421" y="76"/>
                    <a:pt x="421" y="76"/>
                  </a:cubicBezTo>
                  <a:cubicBezTo>
                    <a:pt x="417" y="74"/>
                    <a:pt x="412" y="72"/>
                    <a:pt x="405" y="71"/>
                  </a:cubicBezTo>
                  <a:cubicBezTo>
                    <a:pt x="399" y="69"/>
                    <a:pt x="393" y="69"/>
                    <a:pt x="386" y="69"/>
                  </a:cubicBezTo>
                  <a:close/>
                  <a:moveTo>
                    <a:pt x="481" y="97"/>
                  </a:moveTo>
                  <a:cubicBezTo>
                    <a:pt x="481" y="72"/>
                    <a:pt x="481" y="72"/>
                    <a:pt x="481" y="72"/>
                  </a:cubicBezTo>
                  <a:cubicBezTo>
                    <a:pt x="447" y="72"/>
                    <a:pt x="447" y="72"/>
                    <a:pt x="447" y="72"/>
                  </a:cubicBezTo>
                  <a:cubicBezTo>
                    <a:pt x="447" y="217"/>
                    <a:pt x="447" y="217"/>
                    <a:pt x="447" y="217"/>
                  </a:cubicBezTo>
                  <a:cubicBezTo>
                    <a:pt x="481" y="217"/>
                    <a:pt x="481" y="217"/>
                    <a:pt x="481" y="217"/>
                  </a:cubicBezTo>
                  <a:cubicBezTo>
                    <a:pt x="481" y="143"/>
                    <a:pt x="481" y="143"/>
                    <a:pt x="481" y="143"/>
                  </a:cubicBezTo>
                  <a:cubicBezTo>
                    <a:pt x="481" y="130"/>
                    <a:pt x="484" y="120"/>
                    <a:pt x="490" y="112"/>
                  </a:cubicBezTo>
                  <a:cubicBezTo>
                    <a:pt x="495" y="104"/>
                    <a:pt x="503" y="100"/>
                    <a:pt x="512" y="100"/>
                  </a:cubicBezTo>
                  <a:cubicBezTo>
                    <a:pt x="515" y="100"/>
                    <a:pt x="518" y="101"/>
                    <a:pt x="522" y="102"/>
                  </a:cubicBezTo>
                  <a:cubicBezTo>
                    <a:pt x="526" y="103"/>
                    <a:pt x="528" y="104"/>
                    <a:pt x="530" y="105"/>
                  </a:cubicBezTo>
                  <a:cubicBezTo>
                    <a:pt x="531" y="106"/>
                    <a:pt x="531" y="106"/>
                    <a:pt x="531" y="106"/>
                  </a:cubicBezTo>
                  <a:cubicBezTo>
                    <a:pt x="531" y="72"/>
                    <a:pt x="531" y="72"/>
                    <a:pt x="531" y="72"/>
                  </a:cubicBezTo>
                  <a:cubicBezTo>
                    <a:pt x="531" y="72"/>
                    <a:pt x="531" y="72"/>
                    <a:pt x="531" y="72"/>
                  </a:cubicBezTo>
                  <a:cubicBezTo>
                    <a:pt x="528" y="70"/>
                    <a:pt x="523" y="70"/>
                    <a:pt x="517" y="70"/>
                  </a:cubicBezTo>
                  <a:cubicBezTo>
                    <a:pt x="517" y="70"/>
                    <a:pt x="517" y="70"/>
                    <a:pt x="517" y="70"/>
                  </a:cubicBezTo>
                  <a:cubicBezTo>
                    <a:pt x="509" y="70"/>
                    <a:pt x="501" y="72"/>
                    <a:pt x="495" y="78"/>
                  </a:cubicBezTo>
                  <a:cubicBezTo>
                    <a:pt x="489" y="83"/>
                    <a:pt x="485" y="89"/>
                    <a:pt x="482" y="97"/>
                  </a:cubicBezTo>
                  <a:lnTo>
                    <a:pt x="481" y="97"/>
                  </a:lnTo>
                  <a:close/>
                  <a:moveTo>
                    <a:pt x="610" y="69"/>
                  </a:moveTo>
                  <a:cubicBezTo>
                    <a:pt x="586" y="69"/>
                    <a:pt x="567" y="76"/>
                    <a:pt x="554" y="89"/>
                  </a:cubicBezTo>
                  <a:cubicBezTo>
                    <a:pt x="540" y="103"/>
                    <a:pt x="534" y="122"/>
                    <a:pt x="534" y="146"/>
                  </a:cubicBezTo>
                  <a:cubicBezTo>
                    <a:pt x="534" y="169"/>
                    <a:pt x="540" y="187"/>
                    <a:pt x="553" y="200"/>
                  </a:cubicBezTo>
                  <a:cubicBezTo>
                    <a:pt x="567" y="213"/>
                    <a:pt x="584" y="220"/>
                    <a:pt x="607" y="220"/>
                  </a:cubicBezTo>
                  <a:cubicBezTo>
                    <a:pt x="630" y="220"/>
                    <a:pt x="648" y="213"/>
                    <a:pt x="662" y="199"/>
                  </a:cubicBezTo>
                  <a:cubicBezTo>
                    <a:pt x="675" y="185"/>
                    <a:pt x="682" y="166"/>
                    <a:pt x="682" y="143"/>
                  </a:cubicBezTo>
                  <a:cubicBezTo>
                    <a:pt x="682" y="120"/>
                    <a:pt x="676" y="102"/>
                    <a:pt x="663" y="89"/>
                  </a:cubicBezTo>
                  <a:cubicBezTo>
                    <a:pt x="650" y="75"/>
                    <a:pt x="632" y="69"/>
                    <a:pt x="610" y="69"/>
                  </a:cubicBezTo>
                  <a:close/>
                  <a:moveTo>
                    <a:pt x="609" y="192"/>
                  </a:moveTo>
                  <a:cubicBezTo>
                    <a:pt x="596" y="192"/>
                    <a:pt x="586" y="188"/>
                    <a:pt x="579" y="180"/>
                  </a:cubicBezTo>
                  <a:cubicBezTo>
                    <a:pt x="572" y="172"/>
                    <a:pt x="569" y="160"/>
                    <a:pt x="569" y="145"/>
                  </a:cubicBezTo>
                  <a:cubicBezTo>
                    <a:pt x="569" y="130"/>
                    <a:pt x="572" y="118"/>
                    <a:pt x="579" y="109"/>
                  </a:cubicBezTo>
                  <a:cubicBezTo>
                    <a:pt x="586" y="101"/>
                    <a:pt x="596" y="97"/>
                    <a:pt x="608" y="97"/>
                  </a:cubicBezTo>
                  <a:cubicBezTo>
                    <a:pt x="620" y="97"/>
                    <a:pt x="630" y="101"/>
                    <a:pt x="636" y="109"/>
                  </a:cubicBezTo>
                  <a:cubicBezTo>
                    <a:pt x="643" y="117"/>
                    <a:pt x="647" y="129"/>
                    <a:pt x="647" y="144"/>
                  </a:cubicBezTo>
                  <a:cubicBezTo>
                    <a:pt x="647" y="160"/>
                    <a:pt x="644" y="172"/>
                    <a:pt x="637" y="180"/>
                  </a:cubicBezTo>
                  <a:cubicBezTo>
                    <a:pt x="631" y="188"/>
                    <a:pt x="621" y="192"/>
                    <a:pt x="609" y="192"/>
                  </a:cubicBezTo>
                  <a:close/>
                  <a:moveTo>
                    <a:pt x="754" y="69"/>
                  </a:moveTo>
                  <a:cubicBezTo>
                    <a:pt x="737" y="69"/>
                    <a:pt x="724" y="73"/>
                    <a:pt x="714" y="81"/>
                  </a:cubicBezTo>
                  <a:cubicBezTo>
                    <a:pt x="703" y="89"/>
                    <a:pt x="698" y="100"/>
                    <a:pt x="698" y="113"/>
                  </a:cubicBezTo>
                  <a:cubicBezTo>
                    <a:pt x="698" y="120"/>
                    <a:pt x="699" y="126"/>
                    <a:pt x="702" y="131"/>
                  </a:cubicBezTo>
                  <a:cubicBezTo>
                    <a:pt x="704" y="136"/>
                    <a:pt x="707" y="141"/>
                    <a:pt x="712" y="144"/>
                  </a:cubicBezTo>
                  <a:cubicBezTo>
                    <a:pt x="716" y="148"/>
                    <a:pt x="723" y="152"/>
                    <a:pt x="733" y="156"/>
                  </a:cubicBezTo>
                  <a:cubicBezTo>
                    <a:pt x="741" y="159"/>
                    <a:pt x="746" y="162"/>
                    <a:pt x="750" y="164"/>
                  </a:cubicBezTo>
                  <a:cubicBezTo>
                    <a:pt x="754" y="166"/>
                    <a:pt x="756" y="168"/>
                    <a:pt x="758" y="171"/>
                  </a:cubicBezTo>
                  <a:cubicBezTo>
                    <a:pt x="759" y="173"/>
                    <a:pt x="760" y="175"/>
                    <a:pt x="760" y="179"/>
                  </a:cubicBezTo>
                  <a:cubicBezTo>
                    <a:pt x="760" y="188"/>
                    <a:pt x="753" y="193"/>
                    <a:pt x="738" y="193"/>
                  </a:cubicBezTo>
                  <a:cubicBezTo>
                    <a:pt x="732" y="193"/>
                    <a:pt x="726" y="192"/>
                    <a:pt x="719" y="190"/>
                  </a:cubicBezTo>
                  <a:cubicBezTo>
                    <a:pt x="712" y="187"/>
                    <a:pt x="705" y="184"/>
                    <a:pt x="700" y="180"/>
                  </a:cubicBezTo>
                  <a:cubicBezTo>
                    <a:pt x="698" y="179"/>
                    <a:pt x="698" y="179"/>
                    <a:pt x="698" y="179"/>
                  </a:cubicBezTo>
                  <a:cubicBezTo>
                    <a:pt x="698" y="212"/>
                    <a:pt x="698" y="212"/>
                    <a:pt x="698" y="212"/>
                  </a:cubicBezTo>
                  <a:cubicBezTo>
                    <a:pt x="699" y="212"/>
                    <a:pt x="699" y="212"/>
                    <a:pt x="699" y="212"/>
                  </a:cubicBezTo>
                  <a:cubicBezTo>
                    <a:pt x="704" y="215"/>
                    <a:pt x="710" y="216"/>
                    <a:pt x="717" y="218"/>
                  </a:cubicBezTo>
                  <a:cubicBezTo>
                    <a:pt x="724" y="219"/>
                    <a:pt x="731" y="220"/>
                    <a:pt x="736" y="220"/>
                  </a:cubicBezTo>
                  <a:cubicBezTo>
                    <a:pt x="754" y="220"/>
                    <a:pt x="768" y="216"/>
                    <a:pt x="779" y="208"/>
                  </a:cubicBezTo>
                  <a:cubicBezTo>
                    <a:pt x="789" y="200"/>
                    <a:pt x="794" y="188"/>
                    <a:pt x="794" y="175"/>
                  </a:cubicBezTo>
                  <a:cubicBezTo>
                    <a:pt x="794" y="165"/>
                    <a:pt x="791" y="157"/>
                    <a:pt x="786" y="150"/>
                  </a:cubicBezTo>
                  <a:cubicBezTo>
                    <a:pt x="780" y="143"/>
                    <a:pt x="771" y="137"/>
                    <a:pt x="757" y="132"/>
                  </a:cubicBezTo>
                  <a:cubicBezTo>
                    <a:pt x="746" y="128"/>
                    <a:pt x="740" y="124"/>
                    <a:pt x="737" y="121"/>
                  </a:cubicBezTo>
                  <a:cubicBezTo>
                    <a:pt x="734" y="119"/>
                    <a:pt x="733" y="115"/>
                    <a:pt x="733" y="110"/>
                  </a:cubicBezTo>
                  <a:cubicBezTo>
                    <a:pt x="733" y="106"/>
                    <a:pt x="734" y="103"/>
                    <a:pt x="738" y="100"/>
                  </a:cubicBezTo>
                  <a:cubicBezTo>
                    <a:pt x="741" y="97"/>
                    <a:pt x="746" y="96"/>
                    <a:pt x="752" y="96"/>
                  </a:cubicBezTo>
                  <a:cubicBezTo>
                    <a:pt x="758" y="96"/>
                    <a:pt x="764" y="97"/>
                    <a:pt x="770" y="98"/>
                  </a:cubicBezTo>
                  <a:cubicBezTo>
                    <a:pt x="776" y="100"/>
                    <a:pt x="781" y="103"/>
                    <a:pt x="785" y="105"/>
                  </a:cubicBezTo>
                  <a:cubicBezTo>
                    <a:pt x="787" y="106"/>
                    <a:pt x="787" y="106"/>
                    <a:pt x="787" y="106"/>
                  </a:cubicBezTo>
                  <a:cubicBezTo>
                    <a:pt x="787" y="75"/>
                    <a:pt x="787" y="75"/>
                    <a:pt x="787" y="75"/>
                  </a:cubicBezTo>
                  <a:cubicBezTo>
                    <a:pt x="786" y="75"/>
                    <a:pt x="786" y="75"/>
                    <a:pt x="786" y="75"/>
                  </a:cubicBezTo>
                  <a:cubicBezTo>
                    <a:pt x="782" y="73"/>
                    <a:pt x="777" y="72"/>
                    <a:pt x="771" y="71"/>
                  </a:cubicBezTo>
                  <a:cubicBezTo>
                    <a:pt x="764" y="69"/>
                    <a:pt x="759" y="69"/>
                    <a:pt x="754" y="69"/>
                  </a:cubicBezTo>
                  <a:close/>
                  <a:moveTo>
                    <a:pt x="886" y="69"/>
                  </a:moveTo>
                  <a:cubicBezTo>
                    <a:pt x="862" y="69"/>
                    <a:pt x="843" y="76"/>
                    <a:pt x="829" y="89"/>
                  </a:cubicBezTo>
                  <a:cubicBezTo>
                    <a:pt x="816" y="103"/>
                    <a:pt x="809" y="122"/>
                    <a:pt x="809" y="146"/>
                  </a:cubicBezTo>
                  <a:cubicBezTo>
                    <a:pt x="809" y="169"/>
                    <a:pt x="816" y="187"/>
                    <a:pt x="829" y="200"/>
                  </a:cubicBezTo>
                  <a:cubicBezTo>
                    <a:pt x="842" y="213"/>
                    <a:pt x="860" y="220"/>
                    <a:pt x="882" y="220"/>
                  </a:cubicBezTo>
                  <a:cubicBezTo>
                    <a:pt x="905" y="220"/>
                    <a:pt x="924" y="213"/>
                    <a:pt x="937" y="199"/>
                  </a:cubicBezTo>
                  <a:cubicBezTo>
                    <a:pt x="951" y="185"/>
                    <a:pt x="958" y="166"/>
                    <a:pt x="958" y="143"/>
                  </a:cubicBezTo>
                  <a:cubicBezTo>
                    <a:pt x="958" y="120"/>
                    <a:pt x="951" y="102"/>
                    <a:pt x="938" y="89"/>
                  </a:cubicBezTo>
                  <a:cubicBezTo>
                    <a:pt x="926" y="75"/>
                    <a:pt x="908" y="69"/>
                    <a:pt x="886" y="69"/>
                  </a:cubicBezTo>
                  <a:close/>
                  <a:moveTo>
                    <a:pt x="884" y="192"/>
                  </a:moveTo>
                  <a:cubicBezTo>
                    <a:pt x="872" y="192"/>
                    <a:pt x="862" y="188"/>
                    <a:pt x="855" y="180"/>
                  </a:cubicBezTo>
                  <a:cubicBezTo>
                    <a:pt x="848" y="172"/>
                    <a:pt x="844" y="160"/>
                    <a:pt x="844" y="145"/>
                  </a:cubicBezTo>
                  <a:cubicBezTo>
                    <a:pt x="844" y="130"/>
                    <a:pt x="848" y="118"/>
                    <a:pt x="855" y="109"/>
                  </a:cubicBezTo>
                  <a:cubicBezTo>
                    <a:pt x="862" y="101"/>
                    <a:pt x="871" y="97"/>
                    <a:pt x="884" y="97"/>
                  </a:cubicBezTo>
                  <a:cubicBezTo>
                    <a:pt x="896" y="97"/>
                    <a:pt x="905" y="101"/>
                    <a:pt x="912" y="109"/>
                  </a:cubicBezTo>
                  <a:cubicBezTo>
                    <a:pt x="919" y="117"/>
                    <a:pt x="922" y="129"/>
                    <a:pt x="922" y="144"/>
                  </a:cubicBezTo>
                  <a:cubicBezTo>
                    <a:pt x="922" y="160"/>
                    <a:pt x="919" y="172"/>
                    <a:pt x="913" y="180"/>
                  </a:cubicBezTo>
                  <a:cubicBezTo>
                    <a:pt x="906" y="188"/>
                    <a:pt x="897" y="192"/>
                    <a:pt x="884" y="192"/>
                  </a:cubicBezTo>
                  <a:close/>
                  <a:moveTo>
                    <a:pt x="1104" y="100"/>
                  </a:moveTo>
                  <a:cubicBezTo>
                    <a:pt x="1104" y="168"/>
                    <a:pt x="1104" y="168"/>
                    <a:pt x="1104" y="168"/>
                  </a:cubicBezTo>
                  <a:cubicBezTo>
                    <a:pt x="1104" y="177"/>
                    <a:pt x="1106" y="183"/>
                    <a:pt x="1109" y="187"/>
                  </a:cubicBezTo>
                  <a:cubicBezTo>
                    <a:pt x="1112" y="190"/>
                    <a:pt x="1117" y="192"/>
                    <a:pt x="1124" y="192"/>
                  </a:cubicBezTo>
                  <a:cubicBezTo>
                    <a:pt x="1125" y="192"/>
                    <a:pt x="1128" y="192"/>
                    <a:pt x="1130" y="191"/>
                  </a:cubicBezTo>
                  <a:cubicBezTo>
                    <a:pt x="1133" y="190"/>
                    <a:pt x="1135" y="189"/>
                    <a:pt x="1137" y="188"/>
                  </a:cubicBezTo>
                  <a:cubicBezTo>
                    <a:pt x="1139" y="187"/>
                    <a:pt x="1139" y="187"/>
                    <a:pt x="1139" y="187"/>
                  </a:cubicBezTo>
                  <a:cubicBezTo>
                    <a:pt x="1139" y="215"/>
                    <a:pt x="1139" y="215"/>
                    <a:pt x="1139" y="215"/>
                  </a:cubicBezTo>
                  <a:cubicBezTo>
                    <a:pt x="1138" y="215"/>
                    <a:pt x="1138" y="215"/>
                    <a:pt x="1138" y="215"/>
                  </a:cubicBezTo>
                  <a:cubicBezTo>
                    <a:pt x="1136" y="216"/>
                    <a:pt x="1133" y="217"/>
                    <a:pt x="1128" y="219"/>
                  </a:cubicBezTo>
                  <a:cubicBezTo>
                    <a:pt x="1123" y="220"/>
                    <a:pt x="1118" y="220"/>
                    <a:pt x="1113" y="220"/>
                  </a:cubicBezTo>
                  <a:cubicBezTo>
                    <a:pt x="1085" y="220"/>
                    <a:pt x="1070" y="205"/>
                    <a:pt x="1070" y="174"/>
                  </a:cubicBezTo>
                  <a:cubicBezTo>
                    <a:pt x="1070" y="100"/>
                    <a:pt x="1070" y="100"/>
                    <a:pt x="1070" y="100"/>
                  </a:cubicBezTo>
                  <a:cubicBezTo>
                    <a:pt x="1019" y="100"/>
                    <a:pt x="1019" y="100"/>
                    <a:pt x="1019" y="100"/>
                  </a:cubicBezTo>
                  <a:cubicBezTo>
                    <a:pt x="1019" y="217"/>
                    <a:pt x="1019" y="217"/>
                    <a:pt x="1019" y="217"/>
                  </a:cubicBezTo>
                  <a:cubicBezTo>
                    <a:pt x="985" y="217"/>
                    <a:pt x="985" y="217"/>
                    <a:pt x="985" y="217"/>
                  </a:cubicBezTo>
                  <a:cubicBezTo>
                    <a:pt x="985" y="100"/>
                    <a:pt x="985" y="100"/>
                    <a:pt x="985" y="100"/>
                  </a:cubicBezTo>
                  <a:cubicBezTo>
                    <a:pt x="961" y="100"/>
                    <a:pt x="961" y="100"/>
                    <a:pt x="961" y="100"/>
                  </a:cubicBezTo>
                  <a:cubicBezTo>
                    <a:pt x="961" y="72"/>
                    <a:pt x="961" y="72"/>
                    <a:pt x="961" y="72"/>
                  </a:cubicBezTo>
                  <a:cubicBezTo>
                    <a:pt x="985" y="72"/>
                    <a:pt x="985" y="72"/>
                    <a:pt x="985" y="72"/>
                  </a:cubicBezTo>
                  <a:cubicBezTo>
                    <a:pt x="985" y="52"/>
                    <a:pt x="985" y="52"/>
                    <a:pt x="985" y="52"/>
                  </a:cubicBezTo>
                  <a:cubicBezTo>
                    <a:pt x="985" y="42"/>
                    <a:pt x="987" y="33"/>
                    <a:pt x="991" y="25"/>
                  </a:cubicBezTo>
                  <a:cubicBezTo>
                    <a:pt x="996" y="17"/>
                    <a:pt x="1002" y="11"/>
                    <a:pt x="1010" y="7"/>
                  </a:cubicBezTo>
                  <a:cubicBezTo>
                    <a:pt x="1018" y="3"/>
                    <a:pt x="1027" y="0"/>
                    <a:pt x="1037" y="0"/>
                  </a:cubicBezTo>
                  <a:cubicBezTo>
                    <a:pt x="1045" y="0"/>
                    <a:pt x="1052" y="1"/>
                    <a:pt x="1056" y="3"/>
                  </a:cubicBezTo>
                  <a:cubicBezTo>
                    <a:pt x="1057" y="3"/>
                    <a:pt x="1057" y="3"/>
                    <a:pt x="1057" y="3"/>
                  </a:cubicBezTo>
                  <a:cubicBezTo>
                    <a:pt x="1057" y="32"/>
                    <a:pt x="1057" y="32"/>
                    <a:pt x="1057" y="32"/>
                  </a:cubicBezTo>
                  <a:cubicBezTo>
                    <a:pt x="1056" y="32"/>
                    <a:pt x="1056" y="32"/>
                    <a:pt x="1056" y="32"/>
                  </a:cubicBezTo>
                  <a:cubicBezTo>
                    <a:pt x="1051" y="29"/>
                    <a:pt x="1045" y="28"/>
                    <a:pt x="1041" y="28"/>
                  </a:cubicBezTo>
                  <a:cubicBezTo>
                    <a:pt x="1034" y="28"/>
                    <a:pt x="1029" y="31"/>
                    <a:pt x="1025" y="35"/>
                  </a:cubicBezTo>
                  <a:cubicBezTo>
                    <a:pt x="1021" y="39"/>
                    <a:pt x="1019" y="46"/>
                    <a:pt x="1019" y="54"/>
                  </a:cubicBezTo>
                  <a:cubicBezTo>
                    <a:pt x="1019" y="72"/>
                    <a:pt x="1019" y="72"/>
                    <a:pt x="1019" y="72"/>
                  </a:cubicBezTo>
                  <a:cubicBezTo>
                    <a:pt x="1070" y="72"/>
                    <a:pt x="1070" y="72"/>
                    <a:pt x="1070" y="72"/>
                  </a:cubicBezTo>
                  <a:cubicBezTo>
                    <a:pt x="1070" y="40"/>
                    <a:pt x="1070" y="40"/>
                    <a:pt x="1070" y="40"/>
                  </a:cubicBezTo>
                  <a:cubicBezTo>
                    <a:pt x="1071" y="39"/>
                    <a:pt x="1071" y="39"/>
                    <a:pt x="1071" y="39"/>
                  </a:cubicBezTo>
                  <a:cubicBezTo>
                    <a:pt x="1103" y="30"/>
                    <a:pt x="1103" y="30"/>
                    <a:pt x="1103" y="30"/>
                  </a:cubicBezTo>
                  <a:cubicBezTo>
                    <a:pt x="1104" y="29"/>
                    <a:pt x="1104" y="29"/>
                    <a:pt x="1104" y="29"/>
                  </a:cubicBezTo>
                  <a:cubicBezTo>
                    <a:pt x="1104" y="72"/>
                    <a:pt x="1104" y="72"/>
                    <a:pt x="1104" y="72"/>
                  </a:cubicBezTo>
                  <a:cubicBezTo>
                    <a:pt x="1139" y="72"/>
                    <a:pt x="1139" y="72"/>
                    <a:pt x="1139" y="72"/>
                  </a:cubicBezTo>
                  <a:cubicBezTo>
                    <a:pt x="1139" y="100"/>
                    <a:pt x="1139" y="100"/>
                    <a:pt x="1139" y="100"/>
                  </a:cubicBezTo>
                  <a:lnTo>
                    <a:pt x="1104" y="10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6" name="Rectangle 28"/>
            <p:cNvSpPr>
              <a:spLocks noChangeArrowheads="1"/>
            </p:cNvSpPr>
            <p:nvPr/>
          </p:nvSpPr>
          <p:spPr bwMode="auto">
            <a:xfrm>
              <a:off x="4846638" y="3441700"/>
              <a:ext cx="600075" cy="600075"/>
            </a:xfrm>
            <a:prstGeom prst="rect">
              <a:avLst/>
            </a:prstGeom>
            <a:solidFill>
              <a:srgbClr val="F2502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7" name="Rectangle 29"/>
            <p:cNvSpPr>
              <a:spLocks noChangeArrowheads="1"/>
            </p:cNvSpPr>
            <p:nvPr/>
          </p:nvSpPr>
          <p:spPr bwMode="auto">
            <a:xfrm>
              <a:off x="5510213" y="3441700"/>
              <a:ext cx="596900" cy="600075"/>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Rectangle 30"/>
            <p:cNvSpPr>
              <a:spLocks noChangeArrowheads="1"/>
            </p:cNvSpPr>
            <p:nvPr/>
          </p:nvSpPr>
          <p:spPr bwMode="auto">
            <a:xfrm>
              <a:off x="4846638" y="4102100"/>
              <a:ext cx="600075" cy="600075"/>
            </a:xfrm>
            <a:prstGeom prst="rect">
              <a:avLst/>
            </a:prstGeom>
            <a:solidFill>
              <a:srgbClr val="00A4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9" name="Rectangle 31"/>
            <p:cNvSpPr>
              <a:spLocks noChangeArrowheads="1"/>
            </p:cNvSpPr>
            <p:nvPr/>
          </p:nvSpPr>
          <p:spPr bwMode="auto">
            <a:xfrm>
              <a:off x="5510213" y="4102100"/>
              <a:ext cx="596900" cy="60007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grpSp>
    </p:spTree>
    <p:extLst>
      <p:ext uri="{BB962C8B-B14F-4D97-AF65-F5344CB8AC3E}">
        <p14:creationId xmlns:p14="http://schemas.microsoft.com/office/powerpoint/2010/main" val="1769616731"/>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6009-0A36-42A5-9DBA-EA0A89FCFC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0E9895-4EFA-4934-B260-FD944359F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158574-0DA7-40D5-A128-1085ECA30486}"/>
              </a:ext>
            </a:extLst>
          </p:cNvPr>
          <p:cNvSpPr>
            <a:spLocks noGrp="1"/>
          </p:cNvSpPr>
          <p:nvPr>
            <p:ph type="dt" sz="half" idx="10"/>
          </p:nvPr>
        </p:nvSpPr>
        <p:spPr/>
        <p:txBody>
          <a:bodyPr/>
          <a:lstStyle/>
          <a:p>
            <a:fld id="{8393327F-3177-40DB-A297-1E11896138E9}" type="datetimeFigureOut">
              <a:rPr lang="en-US" smtClean="0"/>
              <a:t>1/23/22</a:t>
            </a:fld>
            <a:endParaRPr lang="en-US"/>
          </a:p>
        </p:txBody>
      </p:sp>
      <p:sp>
        <p:nvSpPr>
          <p:cNvPr id="5" name="Footer Placeholder 4">
            <a:extLst>
              <a:ext uri="{FF2B5EF4-FFF2-40B4-BE49-F238E27FC236}">
                <a16:creationId xmlns:a16="http://schemas.microsoft.com/office/drawing/2014/main" id="{1EC6010F-094F-46B5-AC32-5E43B0593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AEF59-49F8-4A26-B43E-76C611671432}"/>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0261597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88FF-FA99-484B-B46A-A46380D38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177E9-CA8F-4BE2-87BD-19CBEC4908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1B99D-899D-412A-97EE-02018DA2F1D7}"/>
              </a:ext>
            </a:extLst>
          </p:cNvPr>
          <p:cNvSpPr>
            <a:spLocks noGrp="1"/>
          </p:cNvSpPr>
          <p:nvPr>
            <p:ph type="dt" sz="half" idx="10"/>
          </p:nvPr>
        </p:nvSpPr>
        <p:spPr/>
        <p:txBody>
          <a:bodyPr/>
          <a:lstStyle/>
          <a:p>
            <a:fld id="{8393327F-3177-40DB-A297-1E11896138E9}" type="datetimeFigureOut">
              <a:rPr lang="en-US" smtClean="0"/>
              <a:t>1/23/22</a:t>
            </a:fld>
            <a:endParaRPr lang="en-US"/>
          </a:p>
        </p:txBody>
      </p:sp>
      <p:sp>
        <p:nvSpPr>
          <p:cNvPr id="5" name="Footer Placeholder 4">
            <a:extLst>
              <a:ext uri="{FF2B5EF4-FFF2-40B4-BE49-F238E27FC236}">
                <a16:creationId xmlns:a16="http://schemas.microsoft.com/office/drawing/2014/main" id="{08240C78-9718-4DC2-ABDB-60137A44E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B0B1B-88EA-454F-94BA-783E72D581E5}"/>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6617839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7705852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2" name="Google Shape;22;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71876697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3544222"/>
            <a:ext cx="4167887" cy="1107996"/>
          </a:xfrm>
        </p:spPr>
        <p:txBody>
          <a:bodyPr anchor="b" anchorCtr="0">
            <a:spAutoFit/>
          </a:bodyPr>
          <a:lstStyle>
            <a:lvl1pPr>
              <a:defRPr>
                <a:solidFill>
                  <a:srgbClr val="30E5D0"/>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4911405"/>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8" name="MS logo white - EMF" descr="Microsoft logo white text version">
            <a:extLst>
              <a:ext uri="{FF2B5EF4-FFF2-40B4-BE49-F238E27FC236}">
                <a16:creationId xmlns:a16="http://schemas.microsoft.com/office/drawing/2014/main" id="{10847DFE-DD48-4C93-84DD-AE782B2A9A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5E5803A0-710C-4BB9-97B9-F50CDCF31CE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074836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MS logo white - EMF" descr="Microsoft logo white text version">
            <a:extLst>
              <a:ext uri="{FF2B5EF4-FFF2-40B4-BE49-F238E27FC236}">
                <a16:creationId xmlns:a16="http://schemas.microsoft.com/office/drawing/2014/main" id="{752F7F94-9231-4E4A-AA40-FA537E6B0D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E57DAA26-C03C-4257-8389-A9B7EEB217B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7790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BB651035-36B1-415D-8FE3-8C82058880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27649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2711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7899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23013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80830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28345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03569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rgbClr val="000000"/>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rgbClr val="000000"/>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rgbClr val="000000"/>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rgbClr val="000000"/>
                </a:solidFill>
              </a:defRPr>
            </a:lvl1pPr>
          </a:lstStyle>
          <a:p>
            <a:pPr lvl="0"/>
            <a:r>
              <a:rPr lang="en-US" dirty="0"/>
              <a:t>04</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1" name="Text Placeholder 43">
            <a:extLst>
              <a:ext uri="{FF2B5EF4-FFF2-40B4-BE49-F238E27FC236}">
                <a16:creationId xmlns:a16="http://schemas.microsoft.com/office/drawing/2014/main" id="{E3A88E32-7010-467B-88D2-607200EDF09F}"/>
              </a:ext>
            </a:extLst>
          </p:cNvPr>
          <p:cNvSpPr>
            <a:spLocks noGrp="1"/>
          </p:cNvSpPr>
          <p:nvPr>
            <p:ph type="body" sz="quarter" idx="23" hasCustomPrompt="1"/>
          </p:nvPr>
        </p:nvSpPr>
        <p:spPr>
          <a:xfrm>
            <a:off x="3749039" y="1447798"/>
            <a:ext cx="341312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24896652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07230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5364570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lumMod val="90000"/>
              <a:lumOff val="1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tx1">
              <a:lumMod val="95000"/>
              <a:alpha val="7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rgbClr val="000000"/>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 name="Rectangle 2">
            <a:extLst>
              <a:ext uri="{FF2B5EF4-FFF2-40B4-BE49-F238E27FC236}">
                <a16:creationId xmlns:a16="http://schemas.microsoft.com/office/drawing/2014/main" id="{68642BF2-F961-4810-915C-F50B90287C02}"/>
              </a:ext>
            </a:extLst>
          </p:cNvPr>
          <p:cNvSpPr/>
          <p:nvPr/>
        </p:nvSpPr>
        <p:spPr bwMode="auto">
          <a:xfrm>
            <a:off x="5821363" y="1431925"/>
            <a:ext cx="45720" cy="9144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87DC08B3-3F4E-4B21-816B-7852866D8169}"/>
              </a:ext>
            </a:extLst>
          </p:cNvPr>
          <p:cNvSpPr/>
          <p:nvPr/>
        </p:nvSpPr>
        <p:spPr bwMode="auto">
          <a:xfrm>
            <a:off x="5821363" y="2466906"/>
            <a:ext cx="45720" cy="9144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C2D2E519-AB97-41A5-B897-13926A414361}"/>
              </a:ext>
            </a:extLst>
          </p:cNvPr>
          <p:cNvSpPr/>
          <p:nvPr/>
        </p:nvSpPr>
        <p:spPr bwMode="auto">
          <a:xfrm>
            <a:off x="5821363" y="3501887"/>
            <a:ext cx="45720" cy="91440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1A8D87C7-5442-49CB-B56E-CDB21D11F91F}"/>
              </a:ext>
            </a:extLst>
          </p:cNvPr>
          <p:cNvSpPr/>
          <p:nvPr/>
        </p:nvSpPr>
        <p:spPr bwMode="auto">
          <a:xfrm>
            <a:off x="5821363" y="4536868"/>
            <a:ext cx="45720" cy="914400"/>
          </a:xfrm>
          <a:prstGeom prst="rect">
            <a:avLst/>
          </a:prstGeom>
          <a:solidFill>
            <a:schemeClr val="accent4">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DFBCF81D-88A1-4085-B02A-83CE287D1951}"/>
              </a:ext>
            </a:extLst>
          </p:cNvPr>
          <p:cNvSpPr/>
          <p:nvPr/>
        </p:nvSpPr>
        <p:spPr bwMode="auto">
          <a:xfrm>
            <a:off x="5821363" y="5571849"/>
            <a:ext cx="45720" cy="9144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101265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93ACE5E-E85D-4263-B0DF-0D02D7299B96}"/>
              </a:ext>
            </a:extLst>
          </p:cNvPr>
          <p:cNvSpPr>
            <a:spLocks noGrp="1"/>
          </p:cNvSpPr>
          <p:nvPr>
            <p:ph type="body" sz="quarter" idx="18"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7" name="Text Placeholder 4">
            <a:extLst>
              <a:ext uri="{FF2B5EF4-FFF2-40B4-BE49-F238E27FC236}">
                <a16:creationId xmlns:a16="http://schemas.microsoft.com/office/drawing/2014/main" id="{6C35E606-C145-47A3-A1BD-0FD613E3ADA4}"/>
              </a:ext>
            </a:extLst>
          </p:cNvPr>
          <p:cNvSpPr>
            <a:spLocks noGrp="1"/>
          </p:cNvSpPr>
          <p:nvPr>
            <p:ph type="body" sz="quarter" idx="19"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8" name="Text Placeholder 4">
            <a:extLst>
              <a:ext uri="{FF2B5EF4-FFF2-40B4-BE49-F238E27FC236}">
                <a16:creationId xmlns:a16="http://schemas.microsoft.com/office/drawing/2014/main" id="{CC0C2288-9F9F-4FB4-8EFB-DAC0D328B8FF}"/>
              </a:ext>
            </a:extLst>
          </p:cNvPr>
          <p:cNvSpPr>
            <a:spLocks noGrp="1"/>
          </p:cNvSpPr>
          <p:nvPr>
            <p:ph type="body" sz="quarter" idx="20"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9" name="Text Placeholder 4">
            <a:extLst>
              <a:ext uri="{FF2B5EF4-FFF2-40B4-BE49-F238E27FC236}">
                <a16:creationId xmlns:a16="http://schemas.microsoft.com/office/drawing/2014/main" id="{8AEDA741-9C1F-4458-B686-B6853C92B29E}"/>
              </a:ext>
            </a:extLst>
          </p:cNvPr>
          <p:cNvSpPr>
            <a:spLocks noGrp="1"/>
          </p:cNvSpPr>
          <p:nvPr>
            <p:ph type="body" sz="quarter" idx="21"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38466050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6613601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6451811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35C2E6B4-4AFC-46BE-B5DC-51272FCB8DEA}"/>
              </a:ext>
            </a:extLst>
          </p:cNvPr>
          <p:cNvSpPr>
            <a:spLocks noGrp="1"/>
          </p:cNvSpPr>
          <p:nvPr>
            <p:ph type="body" sz="quarter" idx="17" hasCustomPrompt="1"/>
          </p:nvPr>
        </p:nvSpPr>
        <p:spPr>
          <a:xfrm>
            <a:off x="588263" y="1341438"/>
            <a:ext cx="5657150" cy="5059362"/>
          </a:xfrm>
        </p:spPr>
        <p:txBody>
          <a:bodyPr>
            <a:noAutofit/>
          </a:bodyPr>
          <a:lstStyle>
            <a:lvl1pPr marL="285750" indent="-285750">
              <a:spcBef>
                <a:spcPts val="1200"/>
              </a:spcBef>
              <a:buFont typeface="Wingdings" panose="05000000000000000000" pitchFamily="2" charset="2"/>
              <a:buChar char=""/>
              <a:defRPr sz="1600">
                <a:solidFill>
                  <a:schemeClr val="tx1"/>
                </a:solidFill>
              </a:defRPr>
            </a:lvl1pPr>
            <a:lvl2pPr marL="228600" indent="0">
              <a:spcBef>
                <a:spcPts val="1200"/>
              </a:spcBef>
              <a:buNone/>
              <a:defRPr>
                <a:solidFill>
                  <a:schemeClr val="tx1"/>
                </a:solidFill>
              </a:defRPr>
            </a:lvl2pPr>
            <a:lvl3pPr marL="457200" indent="0">
              <a:spcBef>
                <a:spcPts val="1200"/>
              </a:spcBef>
              <a:buNone/>
              <a:defRPr>
                <a:solidFill>
                  <a:schemeClr val="tx1"/>
                </a:solidFill>
              </a:defRPr>
            </a:lvl3pPr>
            <a:lvl4pPr marL="661988" indent="0">
              <a:spcBef>
                <a:spcPts val="1200"/>
              </a:spcBef>
              <a:buNone/>
              <a:defRPr>
                <a:solidFill>
                  <a:schemeClr val="tx1"/>
                </a:solidFill>
              </a:defRPr>
            </a:lvl4pPr>
            <a:lvl5pPr marL="855663" indent="0">
              <a:spcBef>
                <a:spcPts val="1200"/>
              </a:spcBef>
              <a:buNone/>
              <a:defRPr>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421669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6190841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 Placeholder 3">
            <a:extLst>
              <a:ext uri="{FF2B5EF4-FFF2-40B4-BE49-F238E27FC236}">
                <a16:creationId xmlns:a16="http://schemas.microsoft.com/office/drawing/2014/main" id="{39271998-B1CF-428C-BB65-5C71B89CBF5B}"/>
              </a:ext>
            </a:extLst>
          </p:cNvPr>
          <p:cNvSpPr>
            <a:spLocks noGrp="1"/>
          </p:cNvSpPr>
          <p:nvPr>
            <p:ph type="body" sz="quarter" idx="30" hasCustomPrompt="1"/>
          </p:nvPr>
        </p:nvSpPr>
        <p:spPr>
          <a:xfrm>
            <a:off x="77946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5" name="Text Placeholder 3">
            <a:extLst>
              <a:ext uri="{FF2B5EF4-FFF2-40B4-BE49-F238E27FC236}">
                <a16:creationId xmlns:a16="http://schemas.microsoft.com/office/drawing/2014/main" id="{B675C9A4-A34D-44D0-944D-2EFF74816757}"/>
              </a:ext>
            </a:extLst>
          </p:cNvPr>
          <p:cNvSpPr>
            <a:spLocks noGrp="1"/>
          </p:cNvSpPr>
          <p:nvPr>
            <p:ph type="body" sz="quarter" idx="31" hasCustomPrompt="1"/>
          </p:nvPr>
        </p:nvSpPr>
        <p:spPr>
          <a:xfrm>
            <a:off x="303211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6" name="Text Placeholder 3">
            <a:extLst>
              <a:ext uri="{FF2B5EF4-FFF2-40B4-BE49-F238E27FC236}">
                <a16:creationId xmlns:a16="http://schemas.microsoft.com/office/drawing/2014/main" id="{C20774FE-9E5A-4623-8D8B-F77316C2E21A}"/>
              </a:ext>
            </a:extLst>
          </p:cNvPr>
          <p:cNvSpPr>
            <a:spLocks noGrp="1"/>
          </p:cNvSpPr>
          <p:nvPr>
            <p:ph type="body" sz="quarter" idx="32" hasCustomPrompt="1"/>
          </p:nvPr>
        </p:nvSpPr>
        <p:spPr>
          <a:xfrm>
            <a:off x="528477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7" name="Text Placeholder 3">
            <a:extLst>
              <a:ext uri="{FF2B5EF4-FFF2-40B4-BE49-F238E27FC236}">
                <a16:creationId xmlns:a16="http://schemas.microsoft.com/office/drawing/2014/main" id="{01C61C2B-364E-41C2-AC81-F6CC2C309FB9}"/>
              </a:ext>
            </a:extLst>
          </p:cNvPr>
          <p:cNvSpPr>
            <a:spLocks noGrp="1"/>
          </p:cNvSpPr>
          <p:nvPr>
            <p:ph type="body" sz="quarter" idx="33" hasCustomPrompt="1"/>
          </p:nvPr>
        </p:nvSpPr>
        <p:spPr>
          <a:xfrm>
            <a:off x="753742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8" name="Text Placeholder 3">
            <a:extLst>
              <a:ext uri="{FF2B5EF4-FFF2-40B4-BE49-F238E27FC236}">
                <a16:creationId xmlns:a16="http://schemas.microsoft.com/office/drawing/2014/main" id="{6C0BBF4C-34B0-4A3C-AFCF-A4C85F1F1E60}"/>
              </a:ext>
            </a:extLst>
          </p:cNvPr>
          <p:cNvSpPr>
            <a:spLocks noGrp="1"/>
          </p:cNvSpPr>
          <p:nvPr>
            <p:ph type="body" sz="quarter" idx="34" hasCustomPrompt="1"/>
          </p:nvPr>
        </p:nvSpPr>
        <p:spPr>
          <a:xfrm>
            <a:off x="9790081"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Tree>
    <p:extLst>
      <p:ext uri="{BB962C8B-B14F-4D97-AF65-F5344CB8AC3E}">
        <p14:creationId xmlns:p14="http://schemas.microsoft.com/office/powerpoint/2010/main" val="29943686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15834666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74560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41301303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13577527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234356974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7962003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50088730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92666771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17607461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299114652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19853459"/>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51192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45733970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101081470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35757384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8643823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37730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822765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9601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1711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tx1"/>
              </a:solidFill>
              <a:latin typeface="+mj-lt"/>
              <a:ea typeface="Segoe UI" pitchFamily="34" charset="0"/>
              <a:cs typeface="Segoe UI" pitchFamily="34" charset="0"/>
            </a:endParaRP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678706"/>
            <a:ext cx="3348038" cy="86177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tx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5" name="Text Placeholder 4">
            <a:extLst>
              <a:ext uri="{FF2B5EF4-FFF2-40B4-BE49-F238E27FC236}">
                <a16:creationId xmlns:a16="http://schemas.microsoft.com/office/drawing/2014/main" id="{AB05302D-08FA-42A8-8942-612809552644}"/>
              </a:ext>
            </a:extLst>
          </p:cNvPr>
          <p:cNvSpPr>
            <a:spLocks noGrp="1"/>
          </p:cNvSpPr>
          <p:nvPr>
            <p:ph type="body" sz="quarter" idx="21" hasCustomPrompt="1"/>
          </p:nvPr>
        </p:nvSpPr>
        <p:spPr>
          <a:xfrm>
            <a:off x="3597275" y="120967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6" name="Text Placeholder 4">
            <a:extLst>
              <a:ext uri="{FF2B5EF4-FFF2-40B4-BE49-F238E27FC236}">
                <a16:creationId xmlns:a16="http://schemas.microsoft.com/office/drawing/2014/main" id="{B2A8CF0F-B6CC-425C-896F-B0A729817F5B}"/>
              </a:ext>
            </a:extLst>
          </p:cNvPr>
          <p:cNvSpPr>
            <a:spLocks noGrp="1"/>
          </p:cNvSpPr>
          <p:nvPr>
            <p:ph type="body" sz="quarter" idx="22" hasCustomPrompt="1"/>
          </p:nvPr>
        </p:nvSpPr>
        <p:spPr>
          <a:xfrm>
            <a:off x="4532134" y="26523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8" name="Text Placeholder 4">
            <a:extLst>
              <a:ext uri="{FF2B5EF4-FFF2-40B4-BE49-F238E27FC236}">
                <a16:creationId xmlns:a16="http://schemas.microsoft.com/office/drawing/2014/main" id="{D45C6CF3-57AB-43FA-AB05-6A2309F0AE07}"/>
              </a:ext>
            </a:extLst>
          </p:cNvPr>
          <p:cNvSpPr>
            <a:spLocks noGrp="1"/>
          </p:cNvSpPr>
          <p:nvPr>
            <p:ph type="body" sz="quarter" idx="23" hasCustomPrompt="1"/>
          </p:nvPr>
        </p:nvSpPr>
        <p:spPr>
          <a:xfrm>
            <a:off x="4532134" y="38715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30" name="Text Placeholder 4">
            <a:extLst>
              <a:ext uri="{FF2B5EF4-FFF2-40B4-BE49-F238E27FC236}">
                <a16:creationId xmlns:a16="http://schemas.microsoft.com/office/drawing/2014/main" id="{F394A0C9-9B77-4587-AF8F-16EE93F153C4}"/>
              </a:ext>
            </a:extLst>
          </p:cNvPr>
          <p:cNvSpPr>
            <a:spLocks noGrp="1"/>
          </p:cNvSpPr>
          <p:nvPr>
            <p:ph type="body" sz="quarter" idx="24" hasCustomPrompt="1"/>
          </p:nvPr>
        </p:nvSpPr>
        <p:spPr>
          <a:xfrm>
            <a:off x="3597275" y="5155882"/>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6" name="Rectangle 5">
            <a:extLst>
              <a:ext uri="{FF2B5EF4-FFF2-40B4-BE49-F238E27FC236}">
                <a16:creationId xmlns:a16="http://schemas.microsoft.com/office/drawing/2014/main" id="{5DA6E210-24BB-4CFB-93D1-767525B543B0}"/>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CF0F8753-ADDF-46AA-8BC9-E6E2F2F29266}"/>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EDE38359-05AB-4B35-9550-BB840CDE4ED7}"/>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3E1385D-A59C-40B9-83E9-136839026837}"/>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536632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tx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32695025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40537830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tx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56063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6387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31717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7149140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78385399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9" Type="http://schemas.openxmlformats.org/officeDocument/2006/relationships/slideLayout" Target="../slideLayouts/slideLayout92.xml"/><Relationship Id="rId21" Type="http://schemas.openxmlformats.org/officeDocument/2006/relationships/slideLayout" Target="../slideLayouts/slideLayout74.xml"/><Relationship Id="rId34" Type="http://schemas.openxmlformats.org/officeDocument/2006/relationships/slideLayout" Target="../slideLayouts/slideLayout87.xml"/><Relationship Id="rId42" Type="http://schemas.openxmlformats.org/officeDocument/2006/relationships/slideLayout" Target="../slideLayouts/slideLayout95.xml"/><Relationship Id="rId47" Type="http://schemas.openxmlformats.org/officeDocument/2006/relationships/slideLayout" Target="../slideLayouts/slideLayout100.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9" Type="http://schemas.openxmlformats.org/officeDocument/2006/relationships/slideLayout" Target="../slideLayouts/slideLayout82.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slideLayout" Target="../slideLayouts/slideLayout85.xml"/><Relationship Id="rId37" Type="http://schemas.openxmlformats.org/officeDocument/2006/relationships/slideLayout" Target="../slideLayouts/slideLayout90.xml"/><Relationship Id="rId40" Type="http://schemas.openxmlformats.org/officeDocument/2006/relationships/slideLayout" Target="../slideLayouts/slideLayout93.xml"/><Relationship Id="rId45" Type="http://schemas.openxmlformats.org/officeDocument/2006/relationships/slideLayout" Target="../slideLayouts/slideLayout98.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slideLayout" Target="../slideLayouts/slideLayout89.xml"/><Relationship Id="rId49" Type="http://schemas.openxmlformats.org/officeDocument/2006/relationships/image" Target="../media/image1.emf"/><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4" Type="http://schemas.openxmlformats.org/officeDocument/2006/relationships/slideLayout" Target="../slideLayouts/slideLayout97.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slideLayout" Target="../slideLayouts/slideLayout88.xml"/><Relationship Id="rId43" Type="http://schemas.openxmlformats.org/officeDocument/2006/relationships/slideLayout" Target="../slideLayouts/slideLayout96.xml"/><Relationship Id="rId48" Type="http://schemas.openxmlformats.org/officeDocument/2006/relationships/theme" Target="../theme/theme2.xml"/><Relationship Id="rId8" Type="http://schemas.openxmlformats.org/officeDocument/2006/relationships/slideLayout" Target="../slideLayouts/slideLayout61.xml"/><Relationship Id="rId3" Type="http://schemas.openxmlformats.org/officeDocument/2006/relationships/slideLayout" Target="../slideLayouts/slideLayout56.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slideLayout" Target="../slideLayouts/slideLayout86.xml"/><Relationship Id="rId38" Type="http://schemas.openxmlformats.org/officeDocument/2006/relationships/slideLayout" Target="../slideLayouts/slideLayout91.xml"/><Relationship Id="rId46" Type="http://schemas.openxmlformats.org/officeDocument/2006/relationships/slideLayout" Target="../slideLayouts/slideLayout99.xml"/><Relationship Id="rId20" Type="http://schemas.openxmlformats.org/officeDocument/2006/relationships/slideLayout" Target="../slideLayouts/slideLayout73.xml"/><Relationship Id="rId41" Type="http://schemas.openxmlformats.org/officeDocument/2006/relationships/slideLayout" Target="../slideLayouts/slideLayout94.xml"/><Relationship Id="rId1" Type="http://schemas.openxmlformats.org/officeDocument/2006/relationships/slideLayout" Target="../slideLayouts/slideLayout54.xml"/><Relationship Id="rId6"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55"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84689893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660" r:id="rId52"/>
    <p:sldLayoutId id="2147483763" r:id="rId53"/>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p:nvPicPr>
        <p:blipFill rotWithShape="1">
          <a:blip r:embed="rId49"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1765768478"/>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1.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4.xml"/><Relationship Id="rId4" Type="http://schemas.openxmlformats.org/officeDocument/2006/relationships/hyperlink" Target="https://tealsk12.github.io/2nd-semester-introduction-to-computer-science/readings.md.html"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a:xfrm>
            <a:off x="584200" y="2979778"/>
            <a:ext cx="9144000" cy="553998"/>
          </a:xfrm>
        </p:spPr>
        <p:txBody>
          <a:bodyPr/>
          <a:lstStyle/>
          <a:p>
            <a:r>
              <a:rPr lang="en-US" dirty="0">
                <a:cs typeface="Segoe UI"/>
              </a:rPr>
              <a:t>Lesson: 1.02 </a:t>
            </a:r>
            <a:r>
              <a:rPr lang="en-US" dirty="0"/>
              <a:t>Interactive Mode</a:t>
            </a:r>
            <a:endParaRPr lang="en-US" dirty="0">
              <a:cs typeface="Segoe UI"/>
            </a:endParaRPr>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200" y="3962400"/>
            <a:ext cx="9144000" cy="677108"/>
          </a:xfrm>
        </p:spPr>
        <p:txBody>
          <a:bodyPr/>
          <a:lstStyle/>
          <a:p>
            <a:r>
              <a:rPr lang="en-US" dirty="0">
                <a:cs typeface="Segoe UI"/>
              </a:rPr>
              <a:t>Microsoft Philanthropies TEALS Program – Introduction to Computer Science – Semester 2</a:t>
            </a:r>
          </a:p>
        </p:txBody>
      </p:sp>
      <p:pic>
        <p:nvPicPr>
          <p:cNvPr id="5" name="Picture 4"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2"/>
          <a:stretch>
            <a:fillRect/>
          </a:stretch>
        </p:blipFill>
        <p:spPr>
          <a:xfrm>
            <a:off x="8991248" y="6338182"/>
            <a:ext cx="3105150" cy="390525"/>
          </a:xfrm>
          <a:prstGeom prst="rect">
            <a:avLst/>
          </a:prstGeom>
        </p:spPr>
      </p:pic>
    </p:spTree>
    <p:extLst>
      <p:ext uri="{BB962C8B-B14F-4D97-AF65-F5344CB8AC3E}">
        <p14:creationId xmlns:p14="http://schemas.microsoft.com/office/powerpoint/2010/main" val="3969444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E196-0E7A-43F6-A0E6-3B7486AE23B7}"/>
              </a:ext>
            </a:extLst>
          </p:cNvPr>
          <p:cNvSpPr>
            <a:spLocks noGrp="1"/>
          </p:cNvSpPr>
          <p:nvPr>
            <p:ph type="title"/>
          </p:nvPr>
        </p:nvSpPr>
        <p:spPr/>
        <p:txBody>
          <a:bodyPr/>
          <a:lstStyle/>
          <a:p>
            <a:r>
              <a:rPr lang="en-US" dirty="0"/>
              <a:t>Interactive Mode</a:t>
            </a:r>
            <a:endParaRPr lang="en-US" b="1" dirty="0"/>
          </a:p>
        </p:txBody>
      </p:sp>
      <p:sp>
        <p:nvSpPr>
          <p:cNvPr id="5" name="Content Placeholder 4">
            <a:extLst>
              <a:ext uri="{FF2B5EF4-FFF2-40B4-BE49-F238E27FC236}">
                <a16:creationId xmlns:a16="http://schemas.microsoft.com/office/drawing/2014/main" id="{62C2D0F1-B994-40A8-BCDD-1D1B1B374804}"/>
              </a:ext>
            </a:extLst>
          </p:cNvPr>
          <p:cNvSpPr>
            <a:spLocks noGrp="1"/>
          </p:cNvSpPr>
          <p:nvPr>
            <p:ph sz="quarter" idx="10"/>
          </p:nvPr>
        </p:nvSpPr>
        <p:spPr>
          <a:xfrm>
            <a:off x="584200" y="1435100"/>
            <a:ext cx="11018838" cy="2412968"/>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Define and identify </a:t>
            </a:r>
            <a:r>
              <a:rPr lang="en-US" b="1" dirty="0"/>
              <a:t>interpreter, string, integer, float, value, errors, console, expression</a:t>
            </a:r>
          </a:p>
          <a:p>
            <a:pPr marL="342900" indent="-342900">
              <a:buFont typeface="Arial" panose="020B0604020202020204" pitchFamily="34" charset="0"/>
              <a:buChar char="•"/>
            </a:pPr>
            <a:r>
              <a:rPr lang="en-US" dirty="0"/>
              <a:t>Use the Python interpreter to evaluate simple math expressions</a:t>
            </a:r>
          </a:p>
          <a:p>
            <a:pPr marL="342900" indent="-342900">
              <a:buFont typeface="Arial" panose="020B0604020202020204" pitchFamily="34" charset="0"/>
              <a:buChar char="•"/>
            </a:pPr>
            <a:r>
              <a:rPr lang="en-US" dirty="0"/>
              <a:t>Distinguish between an integer, float, and string</a:t>
            </a:r>
          </a:p>
        </p:txBody>
      </p:sp>
    </p:spTree>
    <p:custDataLst>
      <p:tags r:id="rId1"/>
    </p:custDataLst>
    <p:extLst>
      <p:ext uri="{BB962C8B-B14F-4D97-AF65-F5344CB8AC3E}">
        <p14:creationId xmlns:p14="http://schemas.microsoft.com/office/powerpoint/2010/main" val="42533171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C7561-B3E8-4D40-B9AA-5BC4CD785978}"/>
              </a:ext>
            </a:extLst>
          </p:cNvPr>
          <p:cNvSpPr>
            <a:spLocks noGrp="1"/>
          </p:cNvSpPr>
          <p:nvPr>
            <p:ph type="title"/>
          </p:nvPr>
        </p:nvSpPr>
        <p:spPr>
          <a:xfrm>
            <a:off x="584200" y="2305840"/>
            <a:ext cx="3468956" cy="553998"/>
          </a:xfrm>
        </p:spPr>
        <p:txBody>
          <a:bodyPr/>
          <a:lstStyle/>
          <a:p>
            <a:r>
              <a:rPr lang="en-US" dirty="0"/>
              <a:t>Today’s Plan</a:t>
            </a:r>
          </a:p>
        </p:txBody>
      </p:sp>
      <p:sp>
        <p:nvSpPr>
          <p:cNvPr id="5" name="Text Placeholder 4">
            <a:extLst>
              <a:ext uri="{FF2B5EF4-FFF2-40B4-BE49-F238E27FC236}">
                <a16:creationId xmlns:a16="http://schemas.microsoft.com/office/drawing/2014/main" id="{CE736627-ECC5-422B-A002-9F9E57D9C2A1}"/>
              </a:ext>
            </a:extLst>
          </p:cNvPr>
          <p:cNvSpPr>
            <a:spLocks noGrp="1"/>
          </p:cNvSpPr>
          <p:nvPr>
            <p:ph type="body" sz="quarter" idx="10"/>
          </p:nvPr>
        </p:nvSpPr>
        <p:spPr>
          <a:xfrm>
            <a:off x="4646104" y="2447038"/>
            <a:ext cx="6961188" cy="2757678"/>
          </a:xfrm>
        </p:spPr>
        <p:txBody>
          <a:bodyPr/>
          <a:lstStyle/>
          <a:p>
            <a:r>
              <a:rPr lang="en-US" dirty="0"/>
              <a:t>Do Now</a:t>
            </a:r>
          </a:p>
          <a:p>
            <a:r>
              <a:rPr lang="en-US" dirty="0"/>
              <a:t>Lesson</a:t>
            </a:r>
          </a:p>
          <a:p>
            <a:r>
              <a:rPr lang="en-US" dirty="0"/>
              <a:t>Lab Part 1 Discussion</a:t>
            </a:r>
          </a:p>
          <a:p>
            <a:r>
              <a:rPr lang="en-US" dirty="0"/>
              <a:t>Lab Part 2 Discussion</a:t>
            </a:r>
          </a:p>
          <a:p>
            <a:r>
              <a:rPr lang="en-US" dirty="0"/>
              <a:t>Debrief</a:t>
            </a:r>
          </a:p>
        </p:txBody>
      </p:sp>
    </p:spTree>
    <p:custDataLst>
      <p:tags r:id="rId1"/>
    </p:custDataLst>
    <p:extLst>
      <p:ext uri="{BB962C8B-B14F-4D97-AF65-F5344CB8AC3E}">
        <p14:creationId xmlns:p14="http://schemas.microsoft.com/office/powerpoint/2010/main" val="138851770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66FBE5-B346-420D-9C4A-DE838E49B2ED}"/>
              </a:ext>
            </a:extLst>
          </p:cNvPr>
          <p:cNvSpPr>
            <a:spLocks noGrp="1"/>
          </p:cNvSpPr>
          <p:nvPr>
            <p:ph type="title"/>
          </p:nvPr>
        </p:nvSpPr>
        <p:spPr/>
        <p:txBody>
          <a:bodyPr/>
          <a:lstStyle/>
          <a:p>
            <a:r>
              <a:rPr lang="en-US" dirty="0"/>
              <a:t>Do Now</a:t>
            </a:r>
          </a:p>
        </p:txBody>
      </p:sp>
      <p:sp>
        <p:nvSpPr>
          <p:cNvPr id="5" name="Content Placeholder 4">
            <a:extLst>
              <a:ext uri="{FF2B5EF4-FFF2-40B4-BE49-F238E27FC236}">
                <a16:creationId xmlns:a16="http://schemas.microsoft.com/office/drawing/2014/main" id="{91C6D39E-EAF2-4C23-AB65-59319345A4AE}"/>
              </a:ext>
            </a:extLst>
          </p:cNvPr>
          <p:cNvSpPr>
            <a:spLocks noGrp="1"/>
          </p:cNvSpPr>
          <p:nvPr>
            <p:ph sz="quarter" idx="10"/>
          </p:nvPr>
        </p:nvSpPr>
        <p:spPr>
          <a:xfrm>
            <a:off x="584200" y="1435100"/>
            <a:ext cx="11018838" cy="2930033"/>
          </a:xfrm>
        </p:spPr>
        <p:txBody>
          <a:bodyPr/>
          <a:lstStyle/>
          <a:p>
            <a:pPr marL="0" indent="0">
              <a:buNone/>
            </a:pPr>
            <a:r>
              <a:rPr lang="en-US" dirty="0"/>
              <a:t>Read the Following 1.1 Associated readings</a:t>
            </a:r>
          </a:p>
          <a:p>
            <a:pPr marL="0" indent="0">
              <a:buNone/>
            </a:pPr>
            <a:r>
              <a:rPr lang="en-US" dirty="0">
                <a:hlinkClick r:id="rId4"/>
              </a:rPr>
              <a:t>https://tealsk12.github.io/2nd-semester-introduction-to-computer-science/readings.md.html</a:t>
            </a:r>
            <a:r>
              <a:rPr lang="en-US" dirty="0"/>
              <a:t>  </a:t>
            </a:r>
          </a:p>
          <a:p>
            <a:pPr marL="0" indent="0">
              <a:buNone/>
            </a:pPr>
            <a:endParaRPr lang="en-US" dirty="0"/>
          </a:p>
          <a:p>
            <a:pPr marL="0" indent="0">
              <a:buNone/>
            </a:pPr>
            <a:r>
              <a:rPr lang="en-US" dirty="0"/>
              <a:t>In your Notebook, </a:t>
            </a:r>
          </a:p>
          <a:p>
            <a:pPr marL="0" indent="0">
              <a:buNone/>
            </a:pPr>
            <a:r>
              <a:rPr lang="en-US" dirty="0"/>
              <a:t>Write down three major learning from the reading.</a:t>
            </a:r>
          </a:p>
        </p:txBody>
      </p:sp>
    </p:spTree>
    <p:custDataLst>
      <p:tags r:id="rId1"/>
    </p:custDataLst>
    <p:extLst>
      <p:ext uri="{BB962C8B-B14F-4D97-AF65-F5344CB8AC3E}">
        <p14:creationId xmlns:p14="http://schemas.microsoft.com/office/powerpoint/2010/main" val="42084165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7B73B-3540-4F37-B7BA-EDC91C649D52}"/>
              </a:ext>
            </a:extLst>
          </p:cNvPr>
          <p:cNvSpPr>
            <a:spLocks noGrp="1"/>
          </p:cNvSpPr>
          <p:nvPr>
            <p:ph type="title"/>
          </p:nvPr>
        </p:nvSpPr>
        <p:spPr/>
        <p:txBody>
          <a:bodyPr/>
          <a:lstStyle/>
          <a:p>
            <a:r>
              <a:rPr lang="en-US" dirty="0"/>
              <a:t>Class Introductions</a:t>
            </a:r>
          </a:p>
        </p:txBody>
      </p:sp>
      <p:sp>
        <p:nvSpPr>
          <p:cNvPr id="3" name="Content Placeholder 2">
            <a:extLst>
              <a:ext uri="{FF2B5EF4-FFF2-40B4-BE49-F238E27FC236}">
                <a16:creationId xmlns:a16="http://schemas.microsoft.com/office/drawing/2014/main" id="{4C8E3B9D-B89A-4A05-8938-56D31740EBCF}"/>
              </a:ext>
            </a:extLst>
          </p:cNvPr>
          <p:cNvSpPr>
            <a:spLocks noGrp="1"/>
          </p:cNvSpPr>
          <p:nvPr>
            <p:ph sz="quarter" idx="10"/>
          </p:nvPr>
        </p:nvSpPr>
        <p:spPr>
          <a:xfrm>
            <a:off x="584200" y="1435100"/>
            <a:ext cx="11018838" cy="1982081"/>
          </a:xfrm>
        </p:spPr>
        <p:txBody>
          <a:bodyPr/>
          <a:lstStyle/>
          <a:p>
            <a:pPr marL="0" indent="0">
              <a:buNone/>
            </a:pPr>
            <a:r>
              <a:rPr lang="en-US" dirty="0"/>
              <a:t>One at a time, Stand up and Introduce yourself to the class.</a:t>
            </a:r>
          </a:p>
          <a:p>
            <a:pPr fontAlgn="base"/>
            <a:r>
              <a:rPr lang="en-US" dirty="0"/>
              <a:t>Your name / what you like to be called</a:t>
            </a:r>
          </a:p>
          <a:p>
            <a:pPr fontAlgn="base"/>
            <a:r>
              <a:rPr lang="en-US" dirty="0"/>
              <a:t>Your preferred pronouns (</a:t>
            </a:r>
            <a:r>
              <a:rPr lang="en-US" dirty="0" err="1"/>
              <a:t>e.g</a:t>
            </a:r>
            <a:r>
              <a:rPr lang="en-US" dirty="0"/>
              <a:t> “she, her, hers”, “they, them, theirs”)</a:t>
            </a:r>
          </a:p>
          <a:p>
            <a:pPr fontAlgn="base"/>
            <a:r>
              <a:rPr lang="en-US" dirty="0"/>
              <a:t>Any experience you have programming.</a:t>
            </a:r>
          </a:p>
        </p:txBody>
      </p:sp>
    </p:spTree>
    <p:extLst>
      <p:ext uri="{BB962C8B-B14F-4D97-AF65-F5344CB8AC3E}">
        <p14:creationId xmlns:p14="http://schemas.microsoft.com/office/powerpoint/2010/main" val="155752922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8FD83A-686A-6648-A6DF-40753F92FEA9}"/>
              </a:ext>
            </a:extLst>
          </p:cNvPr>
          <p:cNvPicPr>
            <a:picLocks noChangeAspect="1"/>
          </p:cNvPicPr>
          <p:nvPr/>
        </p:nvPicPr>
        <p:blipFill>
          <a:blip r:embed="rId2"/>
          <a:stretch>
            <a:fillRect/>
          </a:stretch>
        </p:blipFill>
        <p:spPr>
          <a:xfrm>
            <a:off x="525579" y="1296603"/>
            <a:ext cx="10832128" cy="5561397"/>
          </a:xfrm>
          <a:prstGeom prst="rect">
            <a:avLst/>
          </a:prstGeom>
        </p:spPr>
      </p:pic>
      <p:sp>
        <p:nvSpPr>
          <p:cNvPr id="2" name="Title 1">
            <a:extLst>
              <a:ext uri="{FF2B5EF4-FFF2-40B4-BE49-F238E27FC236}">
                <a16:creationId xmlns:a16="http://schemas.microsoft.com/office/drawing/2014/main" id="{3B093878-3B2D-475B-B0B9-57F48509AC69}"/>
              </a:ext>
            </a:extLst>
          </p:cNvPr>
          <p:cNvSpPr>
            <a:spLocks noGrp="1"/>
          </p:cNvSpPr>
          <p:nvPr>
            <p:ph type="title"/>
          </p:nvPr>
        </p:nvSpPr>
        <p:spPr/>
        <p:txBody>
          <a:bodyPr/>
          <a:lstStyle/>
          <a:p>
            <a:r>
              <a:rPr lang="en-US" dirty="0"/>
              <a:t>Using </a:t>
            </a:r>
            <a:r>
              <a:rPr lang="en-US" dirty="0" err="1"/>
              <a:t>Colab</a:t>
            </a:r>
            <a:r>
              <a:rPr lang="en-US" dirty="0"/>
              <a:t> Notebooks</a:t>
            </a:r>
          </a:p>
        </p:txBody>
      </p:sp>
      <p:sp>
        <p:nvSpPr>
          <p:cNvPr id="4" name="TextBox 3">
            <a:extLst>
              <a:ext uri="{FF2B5EF4-FFF2-40B4-BE49-F238E27FC236}">
                <a16:creationId xmlns:a16="http://schemas.microsoft.com/office/drawing/2014/main" id="{3CD67599-7EC5-472E-A00C-4DF9E3C1AAA8}"/>
              </a:ext>
            </a:extLst>
          </p:cNvPr>
          <p:cNvSpPr txBox="1"/>
          <p:nvPr/>
        </p:nvSpPr>
        <p:spPr>
          <a:xfrm>
            <a:off x="8906933" y="3121223"/>
            <a:ext cx="1964265" cy="923330"/>
          </a:xfrm>
          <a:prstGeom prst="rect">
            <a:avLst/>
          </a:prstGeom>
          <a:noFill/>
        </p:spPr>
        <p:txBody>
          <a:bodyPr wrap="square" lIns="0" tIns="0" rIns="0" bIns="0" rtlCol="0">
            <a:spAutoFit/>
          </a:bodyPr>
          <a:lstStyle/>
          <a:p>
            <a:pPr algn="l"/>
            <a:r>
              <a:rPr lang="en-US" sz="2000" dirty="0">
                <a:gradFill>
                  <a:gsLst>
                    <a:gs pos="2917">
                      <a:schemeClr val="tx1"/>
                    </a:gs>
                    <a:gs pos="30000">
                      <a:schemeClr val="tx1"/>
                    </a:gs>
                  </a:gsLst>
                  <a:lin ang="5400000" scaled="0"/>
                </a:gradFill>
              </a:rPr>
              <a:t>Type Here and hit Play or &lt;shift&gt;-&lt;enter&gt;</a:t>
            </a:r>
          </a:p>
        </p:txBody>
      </p:sp>
      <p:cxnSp>
        <p:nvCxnSpPr>
          <p:cNvPr id="10" name="Straight Arrow Connector 9" descr="Arrow pointing from the words Type Here to the right hand side of the console.&#10;">
            <a:extLst>
              <a:ext uri="{FF2B5EF4-FFF2-40B4-BE49-F238E27FC236}">
                <a16:creationId xmlns:a16="http://schemas.microsoft.com/office/drawing/2014/main" id="{3F811AD7-F290-43B4-9157-D7C8C876B5D0}"/>
              </a:ext>
            </a:extLst>
          </p:cNvPr>
          <p:cNvCxnSpPr/>
          <p:nvPr/>
        </p:nvCxnSpPr>
        <p:spPr>
          <a:xfrm flipH="1" flipV="1">
            <a:off x="6750756" y="2946631"/>
            <a:ext cx="1964266" cy="321579"/>
          </a:xfrm>
          <a:prstGeom prst="straightConnector1">
            <a:avLst/>
          </a:prstGeom>
          <a:ln w="762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6337936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22347-DB2F-4F28-8E42-4BB4348FD91F}"/>
              </a:ext>
            </a:extLst>
          </p:cNvPr>
          <p:cNvSpPr>
            <a:spLocks noGrp="1"/>
          </p:cNvSpPr>
          <p:nvPr>
            <p:ph type="title"/>
          </p:nvPr>
        </p:nvSpPr>
        <p:spPr/>
        <p:txBody>
          <a:bodyPr/>
          <a:lstStyle/>
          <a:p>
            <a:r>
              <a:rPr lang="en-US" dirty="0"/>
              <a:t>Key Terms – Write in your Notebook</a:t>
            </a:r>
          </a:p>
        </p:txBody>
      </p:sp>
      <p:sp>
        <p:nvSpPr>
          <p:cNvPr id="3" name="Content Placeholder 2">
            <a:extLst>
              <a:ext uri="{FF2B5EF4-FFF2-40B4-BE49-F238E27FC236}">
                <a16:creationId xmlns:a16="http://schemas.microsoft.com/office/drawing/2014/main" id="{B4C4C11F-39C6-4C70-BA76-626AE64F124B}"/>
              </a:ext>
            </a:extLst>
          </p:cNvPr>
          <p:cNvSpPr>
            <a:spLocks noGrp="1"/>
          </p:cNvSpPr>
          <p:nvPr>
            <p:ph sz="quarter" idx="10"/>
          </p:nvPr>
        </p:nvSpPr>
        <p:spPr>
          <a:xfrm>
            <a:off x="584200" y="1435100"/>
            <a:ext cx="11018838" cy="5293757"/>
          </a:xfrm>
        </p:spPr>
        <p:txBody>
          <a:bodyPr/>
          <a:lstStyle/>
          <a:p>
            <a:r>
              <a:rPr lang="en-US" b="1" dirty="0"/>
              <a:t>Value</a:t>
            </a:r>
            <a:r>
              <a:rPr lang="en-US" dirty="0"/>
              <a:t> - A single piece of data in Python (e.g. 2, “Hello, World”).</a:t>
            </a:r>
          </a:p>
          <a:p>
            <a:r>
              <a:rPr lang="en-US" b="1" dirty="0"/>
              <a:t>Type</a:t>
            </a:r>
            <a:r>
              <a:rPr lang="en-US" dirty="0"/>
              <a:t> - A classification for data which tells the interpreter how it will be used.</a:t>
            </a:r>
          </a:p>
          <a:p>
            <a:pPr lvl="1"/>
            <a:r>
              <a:rPr lang="en-US" b="1" dirty="0"/>
              <a:t>Integer</a:t>
            </a:r>
            <a:r>
              <a:rPr lang="en-US" dirty="0"/>
              <a:t> - A type containing a whole number  …, -2, -1, 0, 1, 2, …</a:t>
            </a:r>
          </a:p>
          <a:p>
            <a:pPr lvl="1"/>
            <a:r>
              <a:rPr lang="en-US" b="1" dirty="0"/>
              <a:t>String</a:t>
            </a:r>
            <a:r>
              <a:rPr lang="en-US" dirty="0"/>
              <a:t> - A type containing a series of characters. Usually written using quotes (e.g. “Hello, World”).</a:t>
            </a:r>
          </a:p>
          <a:p>
            <a:pPr lvl="1"/>
            <a:r>
              <a:rPr lang="en-US" b="1" dirty="0"/>
              <a:t>Float</a:t>
            </a:r>
            <a:r>
              <a:rPr lang="en-US" dirty="0"/>
              <a:t> - A type containing a decimal value.</a:t>
            </a:r>
          </a:p>
          <a:p>
            <a:r>
              <a:rPr lang="en-US" b="1" dirty="0"/>
              <a:t>Operators</a:t>
            </a:r>
            <a:r>
              <a:rPr lang="en-US" dirty="0"/>
              <a:t> - Symbols that represent computations (e.g. +, -, /, *).</a:t>
            </a:r>
          </a:p>
          <a:p>
            <a:r>
              <a:rPr lang="en-US" b="1" dirty="0"/>
              <a:t>Expressions</a:t>
            </a:r>
            <a:r>
              <a:rPr lang="en-US" dirty="0"/>
              <a:t> - A combination of values, variables, and operators. (e.g. 2+3).</a:t>
            </a:r>
          </a:p>
          <a:p>
            <a:r>
              <a:rPr lang="en-US" b="1" dirty="0"/>
              <a:t>Statement</a:t>
            </a:r>
            <a:r>
              <a:rPr lang="en-US" dirty="0"/>
              <a:t> - A unit of code that Python can execute.</a:t>
            </a:r>
          </a:p>
          <a:p>
            <a:r>
              <a:rPr lang="en-US" b="1" dirty="0"/>
              <a:t>Variable</a:t>
            </a:r>
            <a:r>
              <a:rPr lang="en-US" dirty="0"/>
              <a:t> - A name that refers to a value.</a:t>
            </a:r>
          </a:p>
        </p:txBody>
      </p:sp>
    </p:spTree>
    <p:extLst>
      <p:ext uri="{BB962C8B-B14F-4D97-AF65-F5344CB8AC3E}">
        <p14:creationId xmlns:p14="http://schemas.microsoft.com/office/powerpoint/2010/main" val="177304455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CADCD-0B19-438E-AC3F-BD994116B397}"/>
              </a:ext>
            </a:extLst>
          </p:cNvPr>
          <p:cNvSpPr>
            <a:spLocks noGrp="1"/>
          </p:cNvSpPr>
          <p:nvPr>
            <p:ph type="title"/>
          </p:nvPr>
        </p:nvSpPr>
        <p:spPr/>
        <p:txBody>
          <a:bodyPr/>
          <a:lstStyle/>
          <a:p>
            <a:r>
              <a:rPr lang="en-US" dirty="0"/>
              <a:t>Lab 1.03 – Section 1 Discussion</a:t>
            </a:r>
          </a:p>
        </p:txBody>
      </p:sp>
      <p:sp>
        <p:nvSpPr>
          <p:cNvPr id="3" name="Content Placeholder 2">
            <a:extLst>
              <a:ext uri="{FF2B5EF4-FFF2-40B4-BE49-F238E27FC236}">
                <a16:creationId xmlns:a16="http://schemas.microsoft.com/office/drawing/2014/main" id="{F7C58CAB-4D02-4538-A3EA-55EAD2F1B784}"/>
              </a:ext>
            </a:extLst>
          </p:cNvPr>
          <p:cNvSpPr>
            <a:spLocks noGrp="1"/>
          </p:cNvSpPr>
          <p:nvPr>
            <p:ph sz="quarter" idx="10"/>
          </p:nvPr>
        </p:nvSpPr>
        <p:spPr>
          <a:xfrm>
            <a:off x="584200" y="1435099"/>
            <a:ext cx="11018838" cy="3754874"/>
          </a:xfrm>
        </p:spPr>
        <p:txBody>
          <a:bodyPr/>
          <a:lstStyle/>
          <a:p>
            <a:r>
              <a:rPr lang="en-US" dirty="0"/>
              <a:t>What does the // do? </a:t>
            </a:r>
          </a:p>
          <a:p>
            <a:r>
              <a:rPr lang="en-US" dirty="0"/>
              <a:t>How is that different from /? </a:t>
            </a:r>
          </a:p>
          <a:p>
            <a:r>
              <a:rPr lang="en-US" dirty="0"/>
              <a:t>And how are those different from %?</a:t>
            </a:r>
          </a:p>
          <a:p>
            <a:r>
              <a:rPr lang="en-US" dirty="0"/>
              <a:t>What’s the difference between 3.0 and 3?</a:t>
            </a:r>
          </a:p>
          <a:p>
            <a:r>
              <a:rPr lang="en-US" dirty="0"/>
              <a:t>Key Terms</a:t>
            </a:r>
          </a:p>
          <a:p>
            <a:pPr lvl="1"/>
            <a:r>
              <a:rPr lang="en-US" dirty="0"/>
              <a:t>Floats: a data type, number with a decimal point.</a:t>
            </a:r>
          </a:p>
          <a:p>
            <a:pPr lvl="1"/>
            <a:r>
              <a:rPr lang="en-US" dirty="0"/>
              <a:t>Integers: a data type, number without a decimal point.</a:t>
            </a:r>
          </a:p>
          <a:p>
            <a:r>
              <a:rPr lang="en-US" dirty="0"/>
              <a:t>Now work through Section 2</a:t>
            </a:r>
          </a:p>
        </p:txBody>
      </p:sp>
    </p:spTree>
    <p:extLst>
      <p:ext uri="{BB962C8B-B14F-4D97-AF65-F5344CB8AC3E}">
        <p14:creationId xmlns:p14="http://schemas.microsoft.com/office/powerpoint/2010/main" val="8735907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B810-E4B5-46FB-A8AD-560929A5C294}"/>
              </a:ext>
            </a:extLst>
          </p:cNvPr>
          <p:cNvSpPr>
            <a:spLocks noGrp="1"/>
          </p:cNvSpPr>
          <p:nvPr>
            <p:ph type="title"/>
          </p:nvPr>
        </p:nvSpPr>
        <p:spPr/>
        <p:txBody>
          <a:bodyPr/>
          <a:lstStyle/>
          <a:p>
            <a:r>
              <a:rPr lang="en-US" dirty="0"/>
              <a:t>Lab 1.03 – Section 2 Discussion</a:t>
            </a:r>
          </a:p>
        </p:txBody>
      </p:sp>
      <p:sp>
        <p:nvSpPr>
          <p:cNvPr id="3" name="Content Placeholder 2">
            <a:extLst>
              <a:ext uri="{FF2B5EF4-FFF2-40B4-BE49-F238E27FC236}">
                <a16:creationId xmlns:a16="http://schemas.microsoft.com/office/drawing/2014/main" id="{024B1237-9C52-4143-8E95-0BAA2F62C4C7}"/>
              </a:ext>
            </a:extLst>
          </p:cNvPr>
          <p:cNvSpPr>
            <a:spLocks noGrp="1"/>
          </p:cNvSpPr>
          <p:nvPr>
            <p:ph sz="quarter" idx="10"/>
          </p:nvPr>
        </p:nvSpPr>
        <p:spPr>
          <a:xfrm>
            <a:off x="584200" y="1435100"/>
            <a:ext cx="11018838" cy="2351413"/>
          </a:xfrm>
        </p:spPr>
        <p:txBody>
          <a:bodyPr/>
          <a:lstStyle/>
          <a:p>
            <a:r>
              <a:rPr lang="en-US" dirty="0"/>
              <a:t>What happened when you typed in a?</a:t>
            </a:r>
          </a:p>
          <a:p>
            <a:r>
              <a:rPr lang="en-US" dirty="0"/>
              <a:t>What do you think that error message mean?</a:t>
            </a:r>
          </a:p>
          <a:p>
            <a:r>
              <a:rPr lang="en-US" dirty="0"/>
              <a:t>Key Term</a:t>
            </a:r>
          </a:p>
          <a:p>
            <a:pPr lvl="1"/>
            <a:r>
              <a:rPr lang="en-US" dirty="0"/>
              <a:t>String: a data type, characters surrounded in single or double quotes.</a:t>
            </a:r>
          </a:p>
          <a:p>
            <a:r>
              <a:rPr lang="en-US" dirty="0"/>
              <a:t>Now, work through section 3</a:t>
            </a:r>
          </a:p>
        </p:txBody>
      </p:sp>
    </p:spTree>
    <p:extLst>
      <p:ext uri="{BB962C8B-B14F-4D97-AF65-F5344CB8AC3E}">
        <p14:creationId xmlns:p14="http://schemas.microsoft.com/office/powerpoint/2010/main" val="11949082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2DF5-6F89-42E1-970C-5C74E97D4BF4}"/>
              </a:ext>
            </a:extLst>
          </p:cNvPr>
          <p:cNvSpPr>
            <a:spLocks noGrp="1"/>
          </p:cNvSpPr>
          <p:nvPr>
            <p:ph type="title"/>
          </p:nvPr>
        </p:nvSpPr>
        <p:spPr/>
        <p:txBody>
          <a:bodyPr/>
          <a:lstStyle/>
          <a:p>
            <a:r>
              <a:rPr lang="en-US" dirty="0"/>
              <a:t>Lab 1.03 – Section 3 Discussion</a:t>
            </a:r>
          </a:p>
        </p:txBody>
      </p:sp>
      <p:sp>
        <p:nvSpPr>
          <p:cNvPr id="3" name="Content Placeholder 2">
            <a:extLst>
              <a:ext uri="{FF2B5EF4-FFF2-40B4-BE49-F238E27FC236}">
                <a16:creationId xmlns:a16="http://schemas.microsoft.com/office/drawing/2014/main" id="{0A0D5515-4778-4AA9-A211-6F695724CA61}"/>
              </a:ext>
            </a:extLst>
          </p:cNvPr>
          <p:cNvSpPr>
            <a:spLocks noGrp="1"/>
          </p:cNvSpPr>
          <p:nvPr>
            <p:ph sz="quarter" idx="10"/>
          </p:nvPr>
        </p:nvSpPr>
        <p:spPr>
          <a:xfrm>
            <a:off x="584200" y="1435100"/>
            <a:ext cx="11018838" cy="2499146"/>
          </a:xfrm>
        </p:spPr>
        <p:txBody>
          <a:bodyPr/>
          <a:lstStyle/>
          <a:p>
            <a:r>
              <a:rPr lang="en-US" dirty="0"/>
              <a:t>What was the difference between the two inputs?</a:t>
            </a:r>
          </a:p>
          <a:p>
            <a:r>
              <a:rPr lang="en-US" dirty="0"/>
              <a:t>Strings can be combined using +.</a:t>
            </a:r>
          </a:p>
          <a:p>
            <a:r>
              <a:rPr lang="en-US" dirty="0"/>
              <a:t>What do you think the error message means?</a:t>
            </a:r>
          </a:p>
          <a:p>
            <a:r>
              <a:rPr lang="en-US" dirty="0"/>
              <a:t>You can’t combine different types!</a:t>
            </a:r>
          </a:p>
          <a:p>
            <a:r>
              <a:rPr lang="en-US" dirty="0"/>
              <a:t>Now, work through section 4</a:t>
            </a:r>
          </a:p>
        </p:txBody>
      </p:sp>
    </p:spTree>
    <p:extLst>
      <p:ext uri="{BB962C8B-B14F-4D97-AF65-F5344CB8AC3E}">
        <p14:creationId xmlns:p14="http://schemas.microsoft.com/office/powerpoint/2010/main" val="11841509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67B52-12E3-4763-9C88-0FAA7B6C2CD7}"/>
              </a:ext>
            </a:extLst>
          </p:cNvPr>
          <p:cNvSpPr>
            <a:spLocks noGrp="1"/>
          </p:cNvSpPr>
          <p:nvPr>
            <p:ph type="title"/>
          </p:nvPr>
        </p:nvSpPr>
        <p:spPr/>
        <p:txBody>
          <a:bodyPr/>
          <a:lstStyle/>
          <a:p>
            <a:r>
              <a:rPr lang="en-US" dirty="0"/>
              <a:t>Lab 1.03 – Section 4 Discussion</a:t>
            </a:r>
          </a:p>
        </p:txBody>
      </p:sp>
      <p:sp>
        <p:nvSpPr>
          <p:cNvPr id="3" name="Content Placeholder 2">
            <a:extLst>
              <a:ext uri="{FF2B5EF4-FFF2-40B4-BE49-F238E27FC236}">
                <a16:creationId xmlns:a16="http://schemas.microsoft.com/office/drawing/2014/main" id="{5DA1FEEE-D66C-46CD-A242-00F7049CBCA6}"/>
              </a:ext>
            </a:extLst>
          </p:cNvPr>
          <p:cNvSpPr>
            <a:spLocks noGrp="1"/>
          </p:cNvSpPr>
          <p:nvPr>
            <p:ph sz="quarter" idx="10"/>
          </p:nvPr>
        </p:nvSpPr>
        <p:spPr>
          <a:xfrm>
            <a:off x="584200" y="1435100"/>
            <a:ext cx="11018838" cy="1465016"/>
          </a:xfrm>
        </p:spPr>
        <p:txBody>
          <a:bodyPr/>
          <a:lstStyle/>
          <a:p>
            <a:r>
              <a:rPr lang="en-US" dirty="0"/>
              <a:t>What error did you get? </a:t>
            </a:r>
          </a:p>
          <a:p>
            <a:r>
              <a:rPr lang="en-US" dirty="0"/>
              <a:t>What do you think that means?</a:t>
            </a:r>
          </a:p>
          <a:p>
            <a:r>
              <a:rPr lang="en-US" dirty="0"/>
              <a:t>What happens when you multiply strings?</a:t>
            </a:r>
          </a:p>
        </p:txBody>
      </p:sp>
    </p:spTree>
    <p:extLst>
      <p:ext uri="{BB962C8B-B14F-4D97-AF65-F5344CB8AC3E}">
        <p14:creationId xmlns:p14="http://schemas.microsoft.com/office/powerpoint/2010/main" val="28312592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A0FDC-4ED0-4A9E-8AD3-4D19C98A75B7}"/>
              </a:ext>
            </a:extLst>
          </p:cNvPr>
          <p:cNvSpPr>
            <a:spLocks noGrp="1"/>
          </p:cNvSpPr>
          <p:nvPr>
            <p:ph type="title"/>
          </p:nvPr>
        </p:nvSpPr>
        <p:spPr/>
        <p:txBody>
          <a:bodyPr/>
          <a:lstStyle/>
          <a:p>
            <a:r>
              <a:rPr lang="en-US" dirty="0"/>
              <a:t>Lab Part 2</a:t>
            </a:r>
          </a:p>
        </p:txBody>
      </p:sp>
      <p:sp>
        <p:nvSpPr>
          <p:cNvPr id="3" name="Content Placeholder 2">
            <a:extLst>
              <a:ext uri="{FF2B5EF4-FFF2-40B4-BE49-F238E27FC236}">
                <a16:creationId xmlns:a16="http://schemas.microsoft.com/office/drawing/2014/main" id="{E4282342-D63B-4727-86CD-5C239AEF5408}"/>
              </a:ext>
            </a:extLst>
          </p:cNvPr>
          <p:cNvSpPr>
            <a:spLocks noGrp="1"/>
          </p:cNvSpPr>
          <p:nvPr>
            <p:ph sz="quarter" idx="10"/>
          </p:nvPr>
        </p:nvSpPr>
        <p:spPr>
          <a:xfrm>
            <a:off x="584200" y="1435100"/>
            <a:ext cx="11018838" cy="2117503"/>
          </a:xfrm>
        </p:spPr>
        <p:txBody>
          <a:bodyPr/>
          <a:lstStyle/>
          <a:p>
            <a:r>
              <a:rPr lang="en-US" dirty="0"/>
              <a:t>Define expression: a combination of values and operators (and variables)</a:t>
            </a:r>
          </a:p>
          <a:p>
            <a:r>
              <a:rPr lang="en-US" dirty="0"/>
              <a:t>In your notebook,</a:t>
            </a:r>
          </a:p>
          <a:p>
            <a:pPr lvl="1"/>
            <a:r>
              <a:rPr lang="en-US" dirty="0"/>
              <a:t>Give an example of an expression</a:t>
            </a:r>
          </a:p>
          <a:p>
            <a:pPr lvl="1"/>
            <a:r>
              <a:rPr lang="en-US" dirty="0"/>
              <a:t>Write down their predictions before going to the interpreter/IDE to check the actual output.</a:t>
            </a:r>
          </a:p>
        </p:txBody>
      </p:sp>
    </p:spTree>
    <p:extLst>
      <p:ext uri="{BB962C8B-B14F-4D97-AF65-F5344CB8AC3E}">
        <p14:creationId xmlns:p14="http://schemas.microsoft.com/office/powerpoint/2010/main" val="52272133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62FEE-F02C-45EF-8368-85F381471401}"/>
              </a:ext>
            </a:extLst>
          </p:cNvPr>
          <p:cNvSpPr>
            <a:spLocks noGrp="1"/>
          </p:cNvSpPr>
          <p:nvPr>
            <p:ph type="title"/>
          </p:nvPr>
        </p:nvSpPr>
        <p:spPr/>
        <p:txBody>
          <a:bodyPr/>
          <a:lstStyle/>
          <a:p>
            <a:r>
              <a:rPr lang="en-US" dirty="0"/>
              <a:t>Debrief/Exit Ticket	</a:t>
            </a:r>
          </a:p>
        </p:txBody>
      </p:sp>
      <p:sp>
        <p:nvSpPr>
          <p:cNvPr id="3" name="Content Placeholder 2">
            <a:extLst>
              <a:ext uri="{FF2B5EF4-FFF2-40B4-BE49-F238E27FC236}">
                <a16:creationId xmlns:a16="http://schemas.microsoft.com/office/drawing/2014/main" id="{2B6BBCE8-7073-4A05-A390-00C91D17A8AD}"/>
              </a:ext>
            </a:extLst>
          </p:cNvPr>
          <p:cNvSpPr>
            <a:spLocks noGrp="1"/>
          </p:cNvSpPr>
          <p:nvPr>
            <p:ph sz="quarter" idx="10"/>
          </p:nvPr>
        </p:nvSpPr>
        <p:spPr>
          <a:xfrm>
            <a:off x="584200" y="1435100"/>
            <a:ext cx="11018838" cy="1895904"/>
          </a:xfrm>
        </p:spPr>
        <p:txBody>
          <a:bodyPr/>
          <a:lstStyle/>
          <a:p>
            <a:r>
              <a:rPr lang="en-US" dirty="0"/>
              <a:t>In your notebook,</a:t>
            </a:r>
          </a:p>
          <a:p>
            <a:r>
              <a:rPr lang="en-US" dirty="0"/>
              <a:t>Write down what you remember about Order of Operations you learned in math class</a:t>
            </a:r>
          </a:p>
          <a:p>
            <a:r>
              <a:rPr lang="en-US" dirty="0"/>
              <a:t>Show a volunteer or teacher on your way out of class.</a:t>
            </a:r>
          </a:p>
        </p:txBody>
      </p:sp>
    </p:spTree>
    <p:extLst>
      <p:ext uri="{BB962C8B-B14F-4D97-AF65-F5344CB8AC3E}">
        <p14:creationId xmlns:p14="http://schemas.microsoft.com/office/powerpoint/2010/main" val="285353816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icrosoft Philanthropies TEALS">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Microsoft Philanthropies TEAL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defTabSz="932472" fontAlgn="base">
          <a:spcBef>
            <a:spcPct val="0"/>
          </a:spcBef>
          <a:spcAft>
            <a:spcPct val="0"/>
          </a:spcAft>
          <a:defRPr sz="2000" dirty="0"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75000"/>
            </a:schemeClr>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Philanthropies TEALS" id="{0A366765-A841-4501-B49B-34D79A46B932}" vid="{B2A326DC-2D5E-4212-A58A-09E40C421B8F}"/>
    </a:ext>
  </a:extLst>
</a:theme>
</file>

<file path=ppt/theme/theme2.xml><?xml version="1.0" encoding="utf-8"?>
<a:theme xmlns:a="http://schemas.openxmlformats.org/drawingml/2006/main" name="Black Template">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Teal_Education_2019_06.potx" id="{6293F79E-123F-431E-8ED9-ABC8E8B0846D}" vid="{9992CA35-2305-4ABE-9768-8B281BD0BC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63412C2069E54F8A04E79B55E6097A" ma:contentTypeVersion="10" ma:contentTypeDescription="Create a new document." ma:contentTypeScope="" ma:versionID="b1e0872ea19ca402d18dfcbfa4ac0224">
  <xsd:schema xmlns:xsd="http://www.w3.org/2001/XMLSchema" xmlns:xs="http://www.w3.org/2001/XMLSchema" xmlns:p="http://schemas.microsoft.com/office/2006/metadata/properties" xmlns:ns2="e6fa56e8-bdb9-4d95-8d0f-ea72d8c26dbd" xmlns:ns3="5ede4c79-bc9c-4fdf-9f95-32ff416e077f" targetNamespace="http://schemas.microsoft.com/office/2006/metadata/properties" ma:root="true" ma:fieldsID="53d9005cc528755bb2b3c22c0f435dc3" ns2:_="" ns3:_="">
    <xsd:import namespace="e6fa56e8-bdb9-4d95-8d0f-ea72d8c26dbd"/>
    <xsd:import namespace="5ede4c79-bc9c-4fdf-9f95-32ff416e077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fa56e8-bdb9-4d95-8d0f-ea72d8c26d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de4c79-bc9c-4fdf-9f95-32ff416e077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BBF951-627C-4D6A-B844-E7BC347203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fa56e8-bdb9-4d95-8d0f-ea72d8c26dbd"/>
    <ds:schemaRef ds:uri="5ede4c79-bc9c-4fdf-9f95-32ff416e07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425710C-A68A-4534-831C-A19CD8176899}">
  <ds:schemaRefs>
    <ds:schemaRef ds:uri="http://schemas.microsoft.com/sharepoint/v3/contenttype/forms"/>
  </ds:schemaRefs>
</ds:datastoreItem>
</file>

<file path=customXml/itemProps3.xml><?xml version="1.0" encoding="utf-8"?>
<ds:datastoreItem xmlns:ds="http://schemas.openxmlformats.org/officeDocument/2006/customXml" ds:itemID="{62835B2C-0612-4293-82B3-640AB4CE9F70}">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Philanthropies TEALS</Template>
  <TotalTime>0</TotalTime>
  <Words>621</Words>
  <Application>Microsoft Macintosh PowerPoint</Application>
  <PresentationFormat>Widescreen</PresentationFormat>
  <Paragraphs>79</Paragraphs>
  <Slides>13</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Arial</vt:lpstr>
      <vt:lpstr>Calibri</vt:lpstr>
      <vt:lpstr>Consolas</vt:lpstr>
      <vt:lpstr>Segoe UI</vt:lpstr>
      <vt:lpstr>Segoe UI Semibold</vt:lpstr>
      <vt:lpstr>Wingdings</vt:lpstr>
      <vt:lpstr>Microsoft Philanthropies TEALS</vt:lpstr>
      <vt:lpstr>Black Template</vt:lpstr>
      <vt:lpstr>Lesson: 1.02 Interactive Mode</vt:lpstr>
      <vt:lpstr>Interactive Mode</vt:lpstr>
      <vt:lpstr>Today’s Plan</vt:lpstr>
      <vt:lpstr>Do Now</vt:lpstr>
      <vt:lpstr>Class Introductions</vt:lpstr>
      <vt:lpstr>Using Colab Notebooks</vt:lpstr>
      <vt:lpstr>Key Terms – Write in your Notebook</vt:lpstr>
      <vt:lpstr>Lab 1.03 – Section 1 Discussion</vt:lpstr>
      <vt:lpstr>Lab 1.03 – Section 2 Discussion</vt:lpstr>
      <vt:lpstr>Lab 1.03 – Section 3 Discussion</vt:lpstr>
      <vt:lpstr>Lab 1.03 – Section 4 Discussion</vt:lpstr>
      <vt:lpstr>Lab Part 2</vt:lpstr>
      <vt:lpstr>Debrief/Exit Ticket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2019-12-07T19:06:27Z</dcterms:created>
  <dcterms:modified xsi:type="dcterms:W3CDTF">2022-01-23T23:15:18Z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0x010100BC63412C2069E54F8A04E79B55E6097A</vt:lpwstr>
  </property>
  <property fmtid="{D5CDD505-2E9C-101B-9397-08002B2CF9AE}" pid="3" name="ArticulateGUID">
    <vt:lpwstr>0F425DD1-044F-4D68-ABE0-6646743166A3</vt:lpwstr>
  </property>
  <property fmtid="{D5CDD505-2E9C-101B-9397-08002B2CF9AE}" pid="4" name="ArticulatePath">
    <vt:lpwstr>Intro Python 1.02 TEALS</vt:lpwstr>
  </property>
</Properties>
</file>